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1.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03304db7c7c4101" /><Relationship Type="http://schemas.openxmlformats.org/officeDocument/2006/relationships/extended-properties" Target="/docProps/app.xml" Id="Rcc5e64c270974acc" /><Relationship Type="http://schemas.openxmlformats.org/officeDocument/2006/relationships/officeDocument" Target="/ppt/presentation.xml" Id="Ra232991002a54a82" /></Relationships>
</file>

<file path=ppt/presentation.xml><?xml version="1.0" encoding="utf-8"?>
<p:presentation xmlns:p="http://schemas.openxmlformats.org/presentationml/2006/main">
  <p:sldMasterIdLst>
    <p:sldMasterId xmlns:r="http://schemas.openxmlformats.org/officeDocument/2006/relationships" id="2147483648" r:id="Rdfabcc8b4ddb47cc"/>
  </p:sldMasterIdLst>
  <p:notesMasterIdLst>
    <p:notesMasterId xmlns:r="http://schemas.openxmlformats.org/officeDocument/2006/relationships" r:id="Ra0eaf22724a04337"/>
  </p:notesMasterIdLst>
  <p:sldIdLst>
    <p:sldId xmlns:r="http://schemas.openxmlformats.org/officeDocument/2006/relationships" id="256" r:id="R024546d19a814e4a"/>
    <p:sldId xmlns:r="http://schemas.openxmlformats.org/officeDocument/2006/relationships" id="257" r:id="Raf7d00c974f243a9"/>
    <p:sldId xmlns:r="http://schemas.openxmlformats.org/officeDocument/2006/relationships" id="258" r:id="Rc08adc6b304a4002"/>
    <p:sldId xmlns:r="http://schemas.openxmlformats.org/officeDocument/2006/relationships" id="259" r:id="R5e64e47c8e5a4e5f"/>
    <p:sldId xmlns:r="http://schemas.openxmlformats.org/officeDocument/2006/relationships" id="260" r:id="Rd21c53df9e36475e"/>
    <p:sldId xmlns:r="http://schemas.openxmlformats.org/officeDocument/2006/relationships" id="261" r:id="Rd717477397bf40cd"/>
    <p:sldId xmlns:r="http://schemas.openxmlformats.org/officeDocument/2006/relationships" id="262" r:id="R3bddcc13222340c5"/>
    <p:sldId xmlns:r="http://schemas.openxmlformats.org/officeDocument/2006/relationships" id="263" r:id="Rafc358a0260d4ab5"/>
    <p:sldId xmlns:r="http://schemas.openxmlformats.org/officeDocument/2006/relationships" id="264" r:id="R0ff910d70b074c46"/>
    <p:sldId xmlns:r="http://schemas.openxmlformats.org/officeDocument/2006/relationships" id="265" r:id="R7716a2dbbda84583"/>
    <p:sldId xmlns:r="http://schemas.openxmlformats.org/officeDocument/2006/relationships" id="266" r:id="Rac28cce0d32f459f"/>
    <p:sldId xmlns:r="http://schemas.openxmlformats.org/officeDocument/2006/relationships" id="267" r:id="R3bc484172c734b48"/>
    <p:sldId xmlns:r="http://schemas.openxmlformats.org/officeDocument/2006/relationships" id="268" r:id="Rb5e08e72c3344344"/>
    <p:sldId xmlns:r="http://schemas.openxmlformats.org/officeDocument/2006/relationships" id="269" r:id="R0a6c52846d3b4163"/>
    <p:sldId xmlns:r="http://schemas.openxmlformats.org/officeDocument/2006/relationships" id="270" r:id="Ra7f6fb58582f42ee"/>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8d4c8ac9e534c8a" /><Relationship Type="http://schemas.openxmlformats.org/officeDocument/2006/relationships/slideMaster" Target="/ppt/slideMasters/slideMaster1.xml" Id="Rdfabcc8b4ddb47cc" /><Relationship Type="http://schemas.openxmlformats.org/officeDocument/2006/relationships/notesMaster" Target="/ppt/notesMasters/notesMaster1.xml" Id="Ra0eaf22724a04337" /><Relationship Type="http://schemas.openxmlformats.org/officeDocument/2006/relationships/presProps" Target="/ppt/presProps.xml" Id="Rd92f5565e15d4f48" /><Relationship Type="http://schemas.openxmlformats.org/officeDocument/2006/relationships/viewProps" Target="/ppt/viewProps.xml" Id="Ra29e871a3a974237" /><Relationship Type="http://schemas.openxmlformats.org/officeDocument/2006/relationships/tableStyles" Target="/ppt/tableStyles.xml" Id="Rdad6e07aaf5845f5" /><Relationship Type="http://schemas.openxmlformats.org/officeDocument/2006/relationships/slide" Target="/ppt/slides/slide1.xml" Id="R024546d19a814e4a" /><Relationship Type="http://schemas.openxmlformats.org/officeDocument/2006/relationships/slide" Target="/ppt/slides/slide2.xml" Id="Raf7d00c974f243a9" /><Relationship Type="http://schemas.openxmlformats.org/officeDocument/2006/relationships/slide" Target="/ppt/slides/slide3.xml" Id="Rc08adc6b304a4002" /><Relationship Type="http://schemas.openxmlformats.org/officeDocument/2006/relationships/slide" Target="/ppt/slides/slide4.xml" Id="R5e64e47c8e5a4e5f" /><Relationship Type="http://schemas.openxmlformats.org/officeDocument/2006/relationships/slide" Target="/ppt/slides/slide5.xml" Id="Rd21c53df9e36475e" /><Relationship Type="http://schemas.openxmlformats.org/officeDocument/2006/relationships/slide" Target="/ppt/slides/slide6.xml" Id="Rd717477397bf40cd" /><Relationship Type="http://schemas.openxmlformats.org/officeDocument/2006/relationships/slide" Target="/ppt/slides/slide7.xml" Id="R3bddcc13222340c5" /><Relationship Type="http://schemas.openxmlformats.org/officeDocument/2006/relationships/slide" Target="/ppt/slides/slide8.xml" Id="Rafc358a0260d4ab5" /><Relationship Type="http://schemas.openxmlformats.org/officeDocument/2006/relationships/slide" Target="/ppt/slides/slide9.xml" Id="R0ff910d70b074c46" /><Relationship Type="http://schemas.openxmlformats.org/officeDocument/2006/relationships/slide" Target="/ppt/slides/slide10.xml" Id="R7716a2dbbda84583" /><Relationship Type="http://schemas.openxmlformats.org/officeDocument/2006/relationships/slide" Target="/ppt/slides/slide11.xml" Id="Rac28cce0d32f459f" /><Relationship Type="http://schemas.openxmlformats.org/officeDocument/2006/relationships/slide" Target="/ppt/slides/slide12.xml" Id="R3bc484172c734b48" /><Relationship Type="http://schemas.openxmlformats.org/officeDocument/2006/relationships/slide" Target="/ppt/slides/slide13.xml" Id="Rb5e08e72c3344344" /><Relationship Type="http://schemas.openxmlformats.org/officeDocument/2006/relationships/slide" Target="/ppt/slides/slide14.xml" Id="R0a6c52846d3b4163" /><Relationship Type="http://schemas.openxmlformats.org/officeDocument/2006/relationships/slide" Target="/ppt/slides/slide15.xml" Id="Ra7f6fb58582f42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7bcd6f2899348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
          <a:effectLst>
            <a:outerShdw blurRad="47625" dist="19050" dir="5400000">
              <a:srgbClr val="102A43">
                <a:alpha val="1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0bbb3936c4480b" /><Relationship Type="http://schemas.openxmlformats.org/officeDocument/2006/relationships/notesMaster" Target="/ppt/notesMasters/notesMaster1.xml" Id="R76a4ca5c117941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f081775fd704bb0" /><Relationship Type="http://schemas.openxmlformats.org/officeDocument/2006/relationships/notesMaster" Target="/ppt/notesMasters/notesMaster1.xml" Id="R7f40aa5697bd4c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a4147300f54604" /><Relationship Type="http://schemas.openxmlformats.org/officeDocument/2006/relationships/notesMaster" Target="/ppt/notesMasters/notesMaster1.xml" Id="R5b44ecfe30ea47a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8242a1f14749ac" /><Relationship Type="http://schemas.openxmlformats.org/officeDocument/2006/relationships/notesMaster" Target="/ppt/notesMasters/notesMaster1.xml" Id="Rc15e98a33c4146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9d109f3000641da" /><Relationship Type="http://schemas.openxmlformats.org/officeDocument/2006/relationships/notesMaster" Target="/ppt/notesMasters/notesMaster1.xml" Id="Rbe907ac492a142b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56d2d556164d11" /><Relationship Type="http://schemas.openxmlformats.org/officeDocument/2006/relationships/notesMaster" Target="/ppt/notesMasters/notesMaster1.xml" Id="R4ff247acbdcd4b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238fcc923bc4e51" /><Relationship Type="http://schemas.openxmlformats.org/officeDocument/2006/relationships/notesMaster" Target="/ppt/notesMasters/notesMaster1.xml" Id="Rcbbb5f2a3a8a48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b00fa9b5c614099" /><Relationship Type="http://schemas.openxmlformats.org/officeDocument/2006/relationships/notesMaster" Target="/ppt/notesMasters/notesMaster1.xml" Id="R8a38117348c74dc8" /></Relationships>
</file>

<file path=ppt/notesSlides/_rels/notesSlide9.xml.rels>&#65279;<?xml version="1.0" encoding="utf-8"?><Relationships xmlns="http://schemas.openxmlformats.org/package/2006/relationships"><Relationship Type="http://schemas.openxmlformats.org/officeDocument/2006/relationships/slide" Target="/ppt/slides/slide9.xml" Id="Rb8a350612d0c4de7" /><Relationship Type="http://schemas.openxmlformats.org/officeDocument/2006/relationships/notesMaster" Target="/ppt/notesMasters/notesMaster1.xml" Id="Re7e12f0352a741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c52922f58b4b1c" /><Relationship Type="http://schemas.openxmlformats.org/officeDocument/2006/relationships/notesMaster" Target="/ppt/notesMasters/notesMaster1.xml" Id="Rd216be4b2689415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4d28ad733f64bb4" /><Relationship Type="http://schemas.openxmlformats.org/officeDocument/2006/relationships/notesMaster" Target="/ppt/notesMasters/notesMaster1.xml" Id="R31e65ec160ea4ce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615b8f7f14c4438" /><Relationship Type="http://schemas.openxmlformats.org/officeDocument/2006/relationships/notesMaster" Target="/ppt/notesMasters/notesMaster1.xml" Id="R7383cf6d730b45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29bd1281f04192" /><Relationship Type="http://schemas.openxmlformats.org/officeDocument/2006/relationships/notesMaster" Target="/ppt/notesMasters/notesMaster1.xml" Id="R8a3d1d9c8b2b439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21a97abdbd3459a" /><Relationship Type="http://schemas.openxmlformats.org/officeDocument/2006/relationships/notesMaster" Target="/ppt/notesMasters/notesMaster1.xml" Id="Ra33018d21c304e4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f8d63a0b61437b" /><Relationship Type="http://schemas.openxmlformats.org/officeDocument/2006/relationships/notesMaster" Target="/ppt/notesMasters/notesMaster1.xml" Id="R8123914602ba45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ResearchMate AI</a:t>
            </a:r>
          </a:p>
          <a:p xmlns:a="http://schemas.openxmlformats.org/drawingml/2006/main">
            <a:r>
              <a:t/>
            </a:r>
          </a:p>
          <a:p xmlns:a="http://schemas.openxmlformats.org/drawingml/2006/main">
            <a:r>
              <a:t>Presentasi proyek Kelompok 11. Cakupan produk dan implementasi berdasarkan commit 5da77e6. Disusun 16 Oktober 2026. Angka pengujian merupakan hasil verifikasi 14 Oktober 2026. Screenshot arsip diberi keterangan waktu atau tahap agar tidak dianggap sebagai tampilan terbaru.</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Gambaran proyek</a:t>
            </a:r>
          </a:p>
          <a:p xmlns:a="http://schemas.openxmlformats.org/drawingml/2006/main">
            <a:r>
              <a:t/>
            </a:r>
          </a:p>
          <a:p xmlns:a="http://schemas.openxmlformats.org/drawingml/2006/main">
            <a:r>
              <a:t>Aplikasi web untuk menata pertanyaan riset, artikel, PDF, dan hasil telaah literatur.</a:t>
            </a:r>
          </a:p>
          <a:p xmlns:a="http://schemas.openxmlformats.org/drawingml/2006/main">
            <a:r>
              <a:t>Enam agen membantu merencanakan, menelaah, menyintesis, serta memeriksa bukti.</a:t>
            </a:r>
          </a:p>
          <a:p xmlns:a="http://schemas.openxmlformats.org/drawingml/2006/main">
            <a:r>
              <a:t>Pengguna memilih sumber dan meninjau hasil sebelum persetujuan akhir.</a:t>
            </a:r>
          </a:p>
          <a:p xmlns:a="http://schemas.openxmlformats.org/drawingml/2006/main">
            <a:r>
              <a:t>Laravel menjalankan aplikasi lokal. Senopati ITS menyediakan inferensi AI.</a:t>
            </a:r>
          </a:p>
          <a:p xmlns:a="http://schemas.openxmlformats.org/drawingml/2006/main">
            <a:r>
              <a:t/>
            </a:r>
          </a:p>
          <a:p xmlns:a="http://schemas.openxmlformats.org/drawingml/2006/main">
            <a:r>
              <a:t>ResearchMate membantu proses riset. Aplikasi belum membuktikan akurasi ilmiah atau penghematan waktu tertentu melalui studi pengguna.</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Commit 5da77e6192135761752f8a6a55d62943dd349792</a:t>
            </a:r>
          </a:p>
          <a:p xmlns:a="http://schemas.openxmlformats.org/drawingml/2006/main">
            <a:r>
              <a:t/>
            </a:r>
          </a:p>
          <a:p xmlns:a="http://schemas.openxmlformats.org/drawingml/2006/main">
            <a:r>
              <a:t>-----</a:t>
            </a:r>
          </a:p>
          <a:p xmlns:a="http://schemas.openxmlformats.org/drawingml/2006/main">
            <a:r>
              <a:t/>
            </a:r>
          </a:p>
          <a:p xmlns:a="http://schemas.openxmlformats.org/drawingml/2006/main">
            <a:r>
              <a:t>Peta pembahasan</a:t>
            </a:r>
          </a:p>
          <a:p xmlns:a="http://schemas.openxmlformats.org/drawingml/2006/main">
            <a:r>
              <a:t/>
            </a:r>
          </a:p>
          <a:p xmlns:a="http://schemas.openxmlformats.org/drawingml/2006/main">
            <a:r>
              <a:t>Bagian / Cakupan</a:t>
            </a:r>
          </a:p>
          <a:p xmlns:a="http://schemas.openxmlformats.org/drawingml/2006/main">
            <a:r>
              <a:t>Produk / Masalah, tujuan, pengguna, dan fitur</a:t>
            </a:r>
          </a:p>
          <a:p xmlns:a="http://schemas.openxmlformats.org/drawingml/2006/main">
            <a:r>
              <a:t>Penggunaan / Akun, proyek, PDF, literatur, dan laporan</a:t>
            </a:r>
          </a:p>
          <a:p xmlns:a="http://schemas.openxmlformats.org/drawingml/2006/main">
            <a:r>
              <a:t>AI dan data / Enam agen, analisis bertahap, RAG, dan basis data</a:t>
            </a:r>
          </a:p>
          <a:p xmlns:a="http://schemas.openxmlformats.org/drawingml/2006/main">
            <a:r>
              <a:t>Keandalan / Validasi sumber, privasi, antrean, dan pemulihan</a:t>
            </a:r>
          </a:p>
          <a:p xmlns:a="http://schemas.openxmlformats.org/drawingml/2006/main">
            <a:r>
              <a:t>Evaluasi / Pengujian, batas hasil, demo, dan pengembangan</a:t>
            </a:r>
          </a:p>
          <a:p xmlns:a="http://schemas.openxmlformats.org/drawingml/2006/main">
            <a:r>
              <a:t/>
            </a:r>
          </a:p>
          <a:p xmlns:a="http://schemas.openxmlformats.org/drawingml/2006/main">
            <a:r>
              <a:t>Bagian penggunaan menjelaskan alur yang tersedia. Bagian teknis menjelaskan cara implementasi bekerja, dilanjutkan hasil pengujian historis dan batas produk.</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a:t>
            </a:r>
          </a:p>
          <a:p xmlns:a="http://schemas.openxmlformats.org/drawingml/2006/main">
            <a:r>
              <a:t/>
            </a:r>
          </a:p>
          <a:p xmlns:a="http://schemas.openxmlformats.org/drawingml/2006/main">
            <a:r>
              <a:t>Masalah dalam telaah literatur</a:t>
            </a:r>
          </a:p>
          <a:p xmlns:a="http://schemas.openxmlformats.org/drawingml/2006/main">
            <a:r>
              <a:t/>
            </a:r>
          </a:p>
          <a:p xmlns:a="http://schemas.openxmlformats.org/drawingml/2006/main">
            <a:r>
              <a:t>PDF, catatan, dan daftar pustaka sering tersebar di beberapa alat.</a:t>
            </a:r>
          </a:p>
          <a:p xmlns:a="http://schemas.openxmlformats.org/drawingml/2006/main">
            <a:r>
              <a:t>Membandingkan metode dan keterbatasan memerlukan pembacaan yang konsisten.</a:t>
            </a:r>
          </a:p>
          <a:p xmlns:a="http://schemas.openxmlformats.org/drawingml/2006/main">
            <a:r>
              <a:t>Ringkasan AI tetap perlu dihubungkan kembali ke sumber asli.</a:t>
            </a:r>
          </a:p>
          <a:p xmlns:a="http://schemas.openxmlformats.org/drawingml/2006/main">
            <a:r>
              <a:t/>
            </a:r>
          </a:p>
          <a:p xmlns:a="http://schemas.openxmlformats.org/drawingml/2006/main">
            <a:r>
              <a:t>Ini merupakan konteks kualitatif dan alasan desain produk, bukan hasil survei pengguna. Jangan menambahkan persentase penghematan waktu atau tingkat akurasi. ResearchMate menggabungkan pengelolaan proyek, koleksi PDF, analisis, sumber, dan laporan agar pengguna dapat meninjau proses dalam satu ruang kerja. Keberadaan fitur belum membuktikan peningkatan mutu riset secara empiris.</a:t>
            </a:r>
          </a:p>
          <a:p xmlns:a="http://schemas.openxmlformats.org/drawingml/2006/main">
            <a:r>
              <a:t/>
            </a:r>
          </a:p>
          <a:p xmlns:a="http://schemas.openxmlformats.org/drawingml/2006/main">
            <a:r>
              <a:t>Sumber:</a:t>
            </a:r>
          </a:p>
          <a:p xmlns:a="http://schemas.openxmlformats.org/drawingml/2006/main">
            <a:r>
              <a:t>README.md:3</a:t>
            </a:r>
          </a:p>
          <a:p xmlns:a="http://schemas.openxmlformats.org/drawingml/2006/main">
            <a:r>
              <a:t>README.md:9</a:t>
            </a:r>
          </a:p>
          <a:p xmlns:a="http://schemas.openxmlformats.org/drawingml/2006/main">
            <a:r>
              <a:t>resources/views/dashboard.blade.php:4</a:t>
            </a:r>
          </a:p>
          <a:p xmlns:a="http://schemas.openxmlformats.org/drawingml/2006/main">
            <a:r>
              <a:t/>
            </a:r>
          </a:p>
          <a:p xmlns:a="http://schemas.openxmlformats.org/drawingml/2006/main">
            <a:r>
              <a:t>-----</a:t>
            </a:r>
          </a:p>
          <a:p xmlns:a="http://schemas.openxmlformats.org/drawingml/2006/main">
            <a:r>
              <a:t/>
            </a:r>
          </a:p>
          <a:p xmlns:a="http://schemas.openxmlformats.org/drawingml/2006/main">
            <a:r>
              <a:t>Tujuan ResearchMate</a:t>
            </a:r>
          </a:p>
          <a:p xmlns:a="http://schemas.openxmlformats.org/drawingml/2006/main">
            <a:r>
              <a:t/>
            </a:r>
          </a:p>
          <a:p xmlns:a="http://schemas.openxmlformats.org/drawingml/2006/main">
            <a:r>
              <a:t>Susun pertanyaan dan batas penelitian dalam sebuah proyek.</a:t>
            </a:r>
          </a:p>
          <a:p xmlns:a="http://schemas.openxmlformats.org/drawingml/2006/main">
            <a:r>
              <a:t>Olah literatur melalui enam agen dengan tahap yang tersimpan.</a:t>
            </a:r>
          </a:p>
          <a:p xmlns:a="http://schemas.openxmlformats.org/drawingml/2006/main">
            <a:r>
              <a:t>Tinjau bukti, kandidat celah, dan laporan sebelum menyetujui hasil.</a:t>
            </a:r>
          </a:p>
          <a:p xmlns:a="http://schemas.openxmlformats.org/drawingml/2006/main">
            <a:r>
              <a:t/>
            </a:r>
          </a:p>
          <a:p xmlns:a="http://schemas.openxmlformats.org/drawingml/2006/main">
            <a:r>
              <a:t>ResearchMate adalah asisten riset berbasis sumber untuk membantu proses telaah literatur.</a:t>
            </a:r>
          </a:p>
          <a:p xmlns:a="http://schemas.openxmlformats.org/drawingml/2006/main">
            <a:r>
              <a:t/>
            </a:r>
          </a:p>
          <a:p xmlns:a="http://schemas.openxmlformats.org/drawingml/2006/main">
            <a:r>
              <a:t>Tekankan kata membantu. Aplikasi menjalankan perencanaan, penelusuran, analisis, sintesis, kandidat celah, dan verifikasi, namun pengguna menentukan sumber serta memberi persetujuan akhir. Hasilnya bukan publikasi ilmiah otomatis. Proposal, skripsi, tesis, atau telaah awal merupakan skenario pemakaian yang masuk akal, bukan klaim bahwa produk telah diuji di semua konteks tersebut.</a:t>
            </a:r>
          </a:p>
          <a:p xmlns:a="http://schemas.openxmlformats.org/drawingml/2006/main">
            <a:r>
              <a:t/>
            </a:r>
          </a:p>
          <a:p xmlns:a="http://schemas.openxmlformats.org/drawingml/2006/main">
            <a:r>
              <a:t>Sumber:</a:t>
            </a:r>
          </a:p>
          <a:p xmlns:a="http://schemas.openxmlformats.org/drawingml/2006/main">
            <a:r>
              <a:t>README.md:9</a:t>
            </a:r>
          </a:p>
          <a:p xmlns:a="http://schemas.openxmlformats.org/drawingml/2006/main">
            <a:r>
              <a:t>README.md:11</a:t>
            </a:r>
          </a:p>
          <a:p xmlns:a="http://schemas.openxmlformats.org/drawingml/2006/main">
            <a:r>
              <a:t>resources/views/projects/show.blade.php:6</a:t>
            </a:r>
          </a:p>
          <a:p xmlns:a="http://schemas.openxmlformats.org/drawingml/2006/main">
            <a:r>
              <a:t>resources/views/projects/show.blade.php:8</a:t>
            </a:r>
          </a:p>
          <a:p xmlns:a="http://schemas.openxmlformats.org/drawingml/2006/main">
            <a:r>
              <a:t/>
            </a:r>
          </a:p>
          <a:p xmlns:a="http://schemas.openxmlformats.org/drawingml/2006/main">
            <a:r>
              <a:t>-----</a:t>
            </a:r>
          </a:p>
          <a:p xmlns:a="http://schemas.openxmlformats.org/drawingml/2006/main">
            <a:r>
              <a:t/>
            </a:r>
          </a:p>
          <a:p xmlns:a="http://schemas.openxmlformats.org/drawingml/2006/main">
            <a:r>
              <a:t>Pengguna dan kebutuhan</a:t>
            </a:r>
          </a:p>
          <a:p xmlns:a="http://schemas.openxmlformats.org/drawingml/2006/main">
            <a:r>
              <a:t/>
            </a:r>
          </a:p>
          <a:p xmlns:a="http://schemas.openxmlformats.org/drawingml/2006/main">
            <a:r>
              <a:t>Mahasiswa: membandingkan literatur untuk proposal atau tugas akhir.</a:t>
            </a:r>
          </a:p>
          <a:p xmlns:a="http://schemas.openxmlformats.org/drawingml/2006/main">
            <a:r>
              <a:t>Peneliti: menelaah metode, temuan, dan keterbatasan koleksi artikel.</a:t>
            </a:r>
          </a:p>
          <a:p xmlns:a="http://schemas.openxmlformats.org/drawingml/2006/main">
            <a:r>
              <a:t>Pembimbing atau penelaah: memeriksa sumber dan alasan di balik hasil.</a:t>
            </a:r>
          </a:p>
          <a:p xmlns:a="http://schemas.openxmlformats.org/drawingml/2006/main">
            <a:r>
              <a:t/>
            </a:r>
          </a:p>
          <a:p xmlns:a="http://schemas.openxmlformats.org/drawingml/2006/main">
            <a:r>
              <a:t>Peran pada slide adalah persona penggunaan yang diusulkan, bukan jenis role aplikasi. Implementasi menggunakan akun dengan policy kepemilikan proyek; belum ada ruang kerja tim, editor bersama, atau role pembimbing khusus. Tujuan praktis adalah membantu struktur dan penelusuran bukti dalam koleksi yang dipilih pengguna.</a:t>
            </a:r>
          </a:p>
          <a:p xmlns:a="http://schemas.openxmlformats.org/drawingml/2006/main">
            <a:r>
              <a:t/>
            </a:r>
          </a:p>
          <a:p xmlns:a="http://schemas.openxmlformats.org/drawingml/2006/main">
            <a:r>
              <a:t>Sumber:</a:t>
            </a:r>
          </a:p>
          <a:p xmlns:a="http://schemas.openxmlformats.org/drawingml/2006/main">
            <a:r>
              <a:t>README.md:9</a:t>
            </a:r>
          </a:p>
          <a:p xmlns:a="http://schemas.openxmlformats.org/drawingml/2006/main">
            <a:r>
              <a:t>resources/views/projects/form.blade.php:5</a:t>
            </a:r>
          </a:p>
          <a:p xmlns:a="http://schemas.openxmlformats.org/drawingml/2006/main">
            <a:r>
              <a:t>resources/views/projects/show.blade.php:8</a:t>
            </a:r>
          </a:p>
          <a:p xmlns:a="http://schemas.openxmlformats.org/drawingml/2006/main">
            <a:r>
              <a:t>routes/web.php:17</a:t>
            </a:r>
          </a:p>
          <a:p xmlns:a="http://schemas.openxmlformats.org/drawingml/2006/main">
            <a:r>
              <a:t/>
            </a:r>
          </a:p>
          <a:p xmlns:a="http://schemas.openxmlformats.org/drawingml/2006/main">
            <a:r>
              <a:t>-----</a:t>
            </a:r>
          </a:p>
          <a:p xmlns:a="http://schemas.openxmlformats.org/drawingml/2006/main">
            <a:r>
              <a:t/>
            </a:r>
          </a:p>
          <a:p xmlns:a="http://schemas.openxmlformats.org/drawingml/2006/main">
            <a:r>
              <a:t>Konteks, proses, bukti, dan keluaran</a:t>
            </a:r>
          </a:p>
          <a:p xmlns:a="http://schemas.openxmlformats.org/drawingml/2006/main">
            <a:r>
              <a:t/>
            </a:r>
          </a:p>
          <a:p xmlns:a="http://schemas.openxmlformats.org/drawingml/2006/main">
            <a:r>
              <a:t>Konteks proyek: pertanyaan, tujuan, tahun publikasi, dan target artikel.</a:t>
            </a:r>
          </a:p>
          <a:p xmlns:a="http://schemas.openxmlformats.org/drawingml/2006/main">
            <a:r>
              <a:t>Jejak hasil: tahap agen, checkpoint, kesalahan, dan pemulihan.</a:t>
            </a:r>
          </a:p>
          <a:p xmlns:a="http://schemas.openxmlformats.org/drawingml/2006/main">
            <a:r>
              <a:t>Jejak sumber: kutipan, halaman, dan akses PDF asli.</a:t>
            </a:r>
          </a:p>
          <a:p xmlns:a="http://schemas.openxmlformats.org/drawingml/2006/main">
            <a:r>
              <a:t>Keluaran: matriks, kandidat celah, bibliografi, serta laporan.</a:t>
            </a:r>
          </a:p>
          <a:p xmlns:a="http://schemas.openxmlformats.org/drawingml/2006/main">
            <a:r>
              <a:t/>
            </a:r>
          </a:p>
          <a:p xmlns:a="http://schemas.openxmlformats.org/drawingml/2006/main">
            <a:r>
              <a:t>Jelaskan nilai yang didukung fitur nyata, bukan perbandingan kompetitif. Tidak ada benchmark yang membuktikan aplikasi lebih cepat atau lebih akurat dari alat lain. Transparansi proses berarti hasil dan error tersimpan serta kutipan dapat dibuka; tetap tidak menjamin bahwa makna kutipan atau kesimpulan model benar.</a:t>
            </a:r>
          </a:p>
          <a:p xmlns:a="http://schemas.openxmlformats.org/drawingml/2006/main">
            <a:r>
              <a:t/>
            </a:r>
          </a:p>
          <a:p xmlns:a="http://schemas.openxmlformats.org/drawingml/2006/main">
            <a:r>
              <a:t>Sumber:</a:t>
            </a:r>
          </a:p>
          <a:p xmlns:a="http://schemas.openxmlformats.org/drawingml/2006/main">
            <a:r>
              <a:t>README.md:9</a:t>
            </a:r>
          </a:p>
          <a:p xmlns:a="http://schemas.openxmlformats.org/drawingml/2006/main">
            <a:r>
              <a:t>resources/views/projects/form.blade.php:10</a:t>
            </a:r>
          </a:p>
          <a:p xmlns:a="http://schemas.openxmlformats.org/drawingml/2006/main">
            <a:r>
              <a:t>resources/views/livewire/agent-monitor.blade.php:21</a:t>
            </a:r>
          </a:p>
          <a:p xmlns:a="http://schemas.openxmlformats.org/drawingml/2006/main">
            <a:r>
              <a:t>resources/views/research/evidence.blade.php:1</a:t>
            </a:r>
          </a:p>
          <a:p xmlns:a="http://schemas.openxmlformats.org/drawingml/2006/main">
            <a:r>
              <a:t/>
            </a:r>
          </a:p>
          <a:p xmlns:a="http://schemas.openxmlformats.org/drawingml/2006/main">
            <a:r>
              <a:t>-----</a:t>
            </a:r>
          </a:p>
          <a:p xmlns:a="http://schemas.openxmlformats.org/drawingml/2006/main">
            <a:r>
              <a:t/>
            </a:r>
          </a:p>
          <a:p xmlns:a="http://schemas.openxmlformats.org/drawingml/2006/main">
            <a:r>
              <a:t>Fitur dan keluaran utama</a:t>
            </a:r>
          </a:p>
          <a:p xmlns:a="http://schemas.openxmlformats.org/drawingml/2006/main">
            <a:r>
              <a:t/>
            </a:r>
          </a:p>
          <a:p xmlns:a="http://schemas.openxmlformats.org/drawingml/2006/main">
            <a:r>
              <a:t>Kebutuhan / Fitur / Keluaran</a:t>
            </a:r>
          </a:p>
          <a:p xmlns:a="http://schemas.openxmlformats.org/drawingml/2006/main">
            <a:r>
              <a:t>Ruang lingkup / Proyek dan rencana riset / Pertanyaan dan kriteria</a:t>
            </a:r>
          </a:p>
          <a:p xmlns:a="http://schemas.openxmlformats.org/drawingml/2006/main">
            <a:r>
              <a:t>Koleksi sumber / PDF privat dan pencarian literatur / Artikel yang dipilih</a:t>
            </a:r>
          </a:p>
          <a:p xmlns:a="http://schemas.openxmlformats.org/drawingml/2006/main">
            <a:r>
              <a:t>Telaah isi / Analisis dan sintesis / Matriks serta temuan</a:t>
            </a:r>
          </a:p>
          <a:p xmlns:a="http://schemas.openxmlformats.org/drawingml/2006/main">
            <a:r>
              <a:t>Penalaran lanjutan / Kandidat celah dan verifikasi / Alasan dan kutipan</a:t>
            </a:r>
          </a:p>
          <a:p xmlns:a="http://schemas.openxmlformats.org/drawingml/2006/main">
            <a:r>
              <a:t>Dokumentasi / Metadata, sitasi, dan ekspor / Bibliografi serta laporan</a:t>
            </a:r>
          </a:p>
          <a:p xmlns:a="http://schemas.openxmlformats.org/drawingml/2006/main">
            <a:r>
              <a:t/>
            </a:r>
          </a:p>
          <a:p xmlns:a="http://schemas.openxmlformats.org/drawingml/2006/main">
            <a:r>
              <a:t>Semua keluaran mengikuti koleksi proyek. Kandidat celah merupakan usulan berbasis korpus yang ditelaah, bukan klaim bahwa topik tidak pernah diteliti.</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Dua mode sumber, satu gateway AI</a:t>
            </a:r>
          </a:p>
          <a:p xmlns:a="http://schemas.openxmlformats.org/drawingml/2006/main">
            <a:r>
              <a:t/>
            </a:r>
          </a:p>
          <a:p xmlns:a="http://schemas.openxmlformats.org/drawingml/2006/main">
            <a:r>
              <a:t>Dokumen lokal: memakai PDF proyek dan tidak mengakses OpenAlex/Crossref.</a:t>
            </a:r>
          </a:p>
          <a:p xmlns:a="http://schemas.openxmlformats.org/drawingml/2006/main">
            <a:r>
              <a:t>Online: menelusuri metadata OpenAlex, PDF dapat ditambahkan terpisah.</a:t>
            </a:r>
          </a:p>
          <a:p xmlns:a="http://schemas.openxmlformats.org/drawingml/2006/main">
            <a:r>
              <a:t>Keduanya tetap mengirim inferensi ke Senopati ITS.</a:t>
            </a:r>
          </a:p>
          <a:p xmlns:a="http://schemas.openxmlformats.org/drawingml/2006/main">
            <a:r>
              <a:t>Chat/agen: qwen3:14b dan embedding: embeddinggemma:latest.</a:t>
            </a:r>
          </a:p>
          <a:p xmlns:a="http://schemas.openxmlformats.org/drawingml/2006/main">
            <a:r>
              <a:t/>
            </a:r>
          </a:p>
          <a:p xmlns:a="http://schemas.openxmlformats.org/drawingml/2006/main">
            <a:r>
              <a:t>Tidak ada model AI lokal dan tidak ada inferensi offline.</a:t>
            </a:r>
          </a:p>
          <a:p xmlns:a="http://schemas.openxmlformats.org/drawingml/2006/main">
            <a:r>
              <a:t/>
            </a:r>
          </a:p>
          <a:p xmlns:a="http://schemas.openxmlformats.org/drawingml/2006/main">
            <a:r>
              <a:t>Nilai database research_mode='offline' adalah nama internal historis; label UI saat ini Dokumen lokal. Jangan menyebut seluruh sistem offline atau data tidak pernah meninggalkan komputer. PDF, database, dan laporan disimpan lokal, tetapi pertanyaan, prompt, metadata, hasil tahap terdahulu, dan cuplikan sumber yang dibutuhkan dikirim ke gateway. Mode online tidak menjamin akses full text setiap hasil pencarian.</a:t>
            </a:r>
          </a:p>
          <a:p xmlns:a="http://schemas.openxmlformats.org/drawingml/2006/main">
            <a:r>
              <a:t/>
            </a:r>
          </a:p>
          <a:p xmlns:a="http://schemas.openxmlformats.org/drawingml/2006/main">
            <a:r>
              <a:t>Sumber:</a:t>
            </a:r>
          </a:p>
          <a:p xmlns:a="http://schemas.openxmlformats.org/drawingml/2006/main">
            <a:r>
              <a:t>README.md:3</a:t>
            </a:r>
          </a:p>
          <a:p xmlns:a="http://schemas.openxmlformats.org/drawingml/2006/main">
            <a:r>
              <a:t>README.md:5</a:t>
            </a:r>
          </a:p>
          <a:p xmlns:a="http://schemas.openxmlformats.org/drawingml/2006/main">
            <a:r>
              <a:t>resources/views/projects/form.blade.php:16</a:t>
            </a:r>
          </a:p>
          <a:p xmlns:a="http://schemas.openxmlformats.org/drawingml/2006/main">
            <a:r>
              <a:t>resources/views/research/literature.blade.php:2</a:t>
            </a:r>
          </a:p>
          <a:p xmlns:a="http://schemas.openxmlformats.org/drawingml/2006/main">
            <a:r>
              <a:t/>
            </a:r>
          </a:p>
          <a:p xmlns:a="http://schemas.openxmlformats.org/drawingml/2006/main">
            <a:r>
              <a:t>-----</a:t>
            </a:r>
          </a:p>
          <a:p xmlns:a="http://schemas.openxmlformats.org/drawingml/2006/main">
            <a:r>
              <a:t/>
            </a:r>
          </a:p>
          <a:p xmlns:a="http://schemas.openxmlformats.org/drawingml/2006/main">
            <a:r>
              <a:t>Arsitektur sistem</a:t>
            </a:r>
          </a:p>
          <a:p xmlns:a="http://schemas.openxmlformats.org/drawingml/2006/main">
            <a:r>
              <a:t/>
            </a:r>
          </a:p>
          <a:p xmlns:a="http://schemas.openxmlformats.org/drawingml/2006/main">
            <a:r>
              <a:t>Antarmuka Blade, Livewire, Flux, dan Tailwind</a:t>
            </a:r>
          </a:p>
          <a:p xmlns:a="http://schemas.openxmlformats.org/drawingml/2006/main">
            <a:r>
              <a:t>Laravel menangani sesi, policy, validasi, dan antrean</a:t>
            </a:r>
          </a:p>
          <a:p xmlns:a="http://schemas.openxmlformats.org/drawingml/2006/main">
            <a:r>
              <a:t>Worker PHP memproses PDF, chat, dan enam agen</a:t>
            </a:r>
          </a:p>
          <a:p xmlns:a="http://schemas.openxmlformats.org/drawingml/2006/main">
            <a:r>
              <a:t>Senopati menjadi layanan inferensi, OpenAlex/Crossref opsional</a:t>
            </a:r>
          </a:p>
          <a:p xmlns:a="http://schemas.openxmlformats.org/drawingml/2006/main">
            <a:r>
              <a:t/>
            </a:r>
          </a:p>
          <a:p xmlns:a="http://schemas.openxmlformats.org/drawingml/2006/main">
            <a:r>
              <a:t>Pengguna berinteraksi melalui browser. Laravel menyimpan status proyek dan run, sementara tugas yang membutuhkan waktu diproses worker antrean database. PDF dan laporan berada di storage privat. Semua model chat/agen dan embedding berjalan melalui HTTPS pada gateway Senopati ITS. Mode dokumen lokal hanya mematikan API akademik; inferensi tetap membutuhkan internet. Sistem tidak memerlukan GPU atau server model AI lokal. Diagram sebaiknya memisahkan batas komputer pengguna dan layanan eksternal.</a:t>
            </a:r>
          </a:p>
          <a:p xmlns:a="http://schemas.openxmlformats.org/drawingml/2006/main">
            <a:r>
              <a:t/>
            </a:r>
          </a:p>
          <a:p xmlns:a="http://schemas.openxmlformats.org/drawingml/2006/main">
            <a:r>
              <a:t>Sumber:</a:t>
            </a:r>
          </a:p>
          <a:p xmlns:a="http://schemas.openxmlformats.org/drawingml/2006/main">
            <a:r>
              <a:t>README.md:110</a:t>
            </a:r>
          </a:p>
          <a:p xmlns:a="http://schemas.openxmlformats.org/drawingml/2006/main">
            <a:r>
              <a:t>app/Services/AI/SenopatiService.php:16</a:t>
            </a:r>
          </a:p>
          <a:p xmlns:a="http://schemas.openxmlformats.org/drawingml/2006/main">
            <a:r>
              <a:t>config/queue.php:16</a:t>
            </a:r>
          </a:p>
          <a:p xmlns:a="http://schemas.openxmlformats.org/drawingml/2006/main">
            <a:r>
              <a:t/>
            </a:r>
          </a:p>
          <a:p xmlns:a="http://schemas.openxmlformats.org/drawingml/2006/main">
            <a:r>
              <a:t>-----</a:t>
            </a:r>
          </a:p>
          <a:p xmlns:a="http://schemas.openxmlformats.org/drawingml/2006/main">
            <a:r>
              <a:t/>
            </a:r>
          </a:p>
          <a:p xmlns:a="http://schemas.openxmlformats.org/drawingml/2006/main">
            <a:r>
              <a:t>Komponen teknologi</a:t>
            </a:r>
          </a:p>
          <a:p xmlns:a="http://schemas.openxmlformats.org/drawingml/2006/main">
            <a:r>
              <a:t/>
            </a:r>
          </a:p>
          <a:p xmlns:a="http://schemas.openxmlformats.org/drawingml/2006/main">
            <a:r>
              <a:t>Lapisan / Teknologi / Peran</a:t>
            </a:r>
          </a:p>
          <a:p xmlns:a="http://schemas.openxmlformats.org/drawingml/2006/main">
            <a:r>
              <a:t>Server / PHP dan Laravel 13 / Aturan aplikasi, autentikasi, dan API</a:t>
            </a:r>
          </a:p>
          <a:p xmlns:a="http://schemas.openxmlformats.org/drawingml/2006/main">
            <a:r>
              <a:t>Antarmuka / Blade, Livewire, Flux, Tailwind / Halaman dan monitor riset</a:t>
            </a:r>
          </a:p>
          <a:p xmlns:a="http://schemas.openxmlformats.org/drawingml/2006/main">
            <a:r>
              <a:t>Aset / Node.js dan Vite / Build CSS dan JavaScript</a:t>
            </a:r>
          </a:p>
          <a:p xmlns:a="http://schemas.openxmlformats.org/drawingml/2006/main">
            <a:r>
              <a:t>Dokumen / Smalot, PHPWord, Dompdf / Parsing PDF dan ekspor laporan</a:t>
            </a:r>
          </a:p>
          <a:p xmlns:a="http://schemas.openxmlformats.org/drawingml/2006/main">
            <a:r>
              <a:t>Inferensi / Gateway Senopati ITS / Chat, agen, dan embedding</a:t>
            </a:r>
          </a:p>
          <a:p xmlns:a="http://schemas.openxmlformats.org/drawingml/2006/main">
            <a:r>
              <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a:t>
            </a:r>
          </a:p>
          <a:p xmlns:a="http://schemas.openxmlformats.org/drawingml/2006/main">
            <a:r>
              <a:t/>
            </a:r>
          </a:p>
          <a:p xmlns:a="http://schemas.openxmlformats.org/drawingml/2006/main">
            <a:r>
              <a:t>AI yang digunakan ResearchMate</a:t>
            </a:r>
          </a:p>
          <a:p xmlns:a="http://schemas.openxmlformats.org/drawingml/2006/main">
            <a:r>
              <a:t/>
            </a:r>
          </a:p>
          <a:p xmlns:a="http://schemas.openxmlformats.org/drawingml/2006/main">
            <a:r>
              <a:t>Chat dan enam agen: qwen3:14b</a:t>
            </a:r>
          </a:p>
          <a:p xmlns:a="http://schemas.openxmlformats.org/drawingml/2006/main">
            <a:r>
              <a:t>Embedding: embeddinggemma:latest</a:t>
            </a:r>
          </a:p>
          <a:p xmlns:a="http://schemas.openxmlformats.org/drawingml/2006/main">
            <a:r>
              <a:t>API kompatibel pola chat/completions dan embeddings</a:t>
            </a:r>
          </a:p>
          <a:p xmlns:a="http://schemas.openxmlformats.org/drawingml/2006/main">
            <a:r>
              <a:t>Schema JSON dan validasi output di PHP</a:t>
            </a:r>
          </a:p>
          <a:p xmlns:a="http://schemas.openxmlformats.org/drawingml/2006/main">
            <a:r>
              <a:t>Model lokal dan fallback AI lokal tidak tersedia</a:t>
            </a:r>
          </a:p>
          <a:p xmlns:a="http://schemas.openxmlformats.org/drawingml/2006/main">
            <a:r>
              <a:t/>
            </a:r>
          </a:p>
          <a:p xmlns:a="http://schemas.openxmlformats.org/drawingml/2006/main">
            <a:r>
              <a:t>Konfigurasi default terdapat di config/ai.php. Endpoint Senopati ditetapkan dalam kode untuk mencegah pengiriman token ke host lain. Respons model harus mengikuti schema JSON dan melewati pemeriksaan PHP. Embedding tidak diasumsikan selalu berdimensi tertentu: respons aktual divalidasi untuk konsistensi, angka finite, dan norma nonnol. Catatan pengujian gateway pada 11 Oktober 2026 menunjukkan 768 dimensi, tetapi angka ini merupakan hasil uji historis. Jangan menampilkan token kelompok pada slide atau screenshot.</a:t>
            </a:r>
          </a:p>
          <a:p xmlns:a="http://schemas.openxmlformats.org/drawingml/2006/main">
            <a:r>
              <a:t/>
            </a:r>
          </a:p>
          <a:p xmlns:a="http://schemas.openxmlformats.org/drawingml/2006/main">
            <a:r>
              <a:t>Sumber:</a:t>
            </a:r>
          </a:p>
          <a:p xmlns:a="http://schemas.openxmlformats.org/drawingml/2006/main">
            <a:r>
              <a:t>config/ai.php:6</a:t>
            </a:r>
          </a:p>
          <a:p xmlns:a="http://schemas.openxmlformats.org/drawingml/2006/main">
            <a:r>
              <a:t>app/Services/AI/SenopatiService.php:16</a:t>
            </a:r>
          </a:p>
          <a:p xmlns:a="http://schemas.openxmlformats.org/drawingml/2006/main">
            <a:r>
              <a:t>docs/testing.md:70</a:t>
            </a:r>
          </a:p>
          <a:p xmlns:a="http://schemas.openxmlformats.org/drawingml/2006/main">
            <a:r>
              <a:t/>
            </a:r>
          </a:p>
          <a:p xmlns:a="http://schemas.openxmlformats.org/drawingml/2006/main">
            <a:r>
              <a:t>-----</a:t>
            </a:r>
          </a:p>
          <a:p xmlns:a="http://schemas.openxmlformats.org/drawingml/2006/main">
            <a:r>
              <a:t/>
            </a:r>
          </a:p>
          <a:p xmlns:a="http://schemas.openxmlformats.org/drawingml/2006/main">
            <a:r>
              <a:t>Konfigurasi gateway AI</a:t>
            </a:r>
          </a:p>
          <a:p xmlns:a="http://schemas.openxmlformats.org/drawingml/2006/main">
            <a:r>
              <a:t/>
            </a:r>
          </a:p>
          <a:p xmlns:a="http://schemas.openxmlformats.org/drawingml/2006/main">
            <a:r>
              <a:t>Pengaturan menampilkan host gateway, model qwen3:14b dan embeddinggemma:latest. Token tidak ditampilkan. Status koneksi pada screenshot merupakan hasil pemeriksaan saat arsip dibuat, bukan jaminan ketersediaan gateway pada saat presentasi. Sumber: docs/senopati.md.</a:t>
            </a:r>
          </a:p>
          <a:p xmlns:a="http://schemas.openxmlformats.org/drawingml/2006/main">
            <a:r>
              <a:t/>
            </a:r>
          </a:p>
          <a:p xmlns:a="http://schemas.openxmlformats.org/drawingml/2006/main">
            <a:r>
              <a:t>Sumber:</a:t>
            </a:r>
          </a:p>
          <a:p xmlns:a="http://schemas.openxmlformats.org/drawingml/2006/main">
            <a:r>
              <a:t>C:\Users\marco\Documents\Github\Researchmate\docs\screenshots\senopati-only-settings.jpg</a:t>
            </a:r>
          </a:p>
          <a:p xmlns:a="http://schemas.openxmlformats.org/drawingml/2006/main">
            <a:r>
              <a:t/>
            </a:r>
          </a:p>
          <a:p xmlns:a="http://schemas.openxmlformats.org/drawingml/2006/main">
            <a:r>
              <a:t>-----</a:t>
            </a:r>
          </a:p>
          <a:p xmlns:a="http://schemas.openxmlformats.org/drawingml/2006/main">
            <a:r>
              <a:t/>
            </a:r>
          </a:p>
          <a:p xmlns:a="http://schemas.openxmlformats.org/drawingml/2006/main">
            <a:r>
              <a:t>Batas privasi harus dipahami pengguna</a:t>
            </a:r>
          </a:p>
          <a:p xmlns:a="http://schemas.openxmlformats.org/drawingml/2006/main">
            <a:r>
              <a:t/>
            </a:r>
          </a:p>
          <a:p xmlns:a="http://schemas.openxmlformats.org/drawingml/2006/main">
            <a:r>
              <a:t>PDF, database, vector, dan laporan disimpan lokal</a:t>
            </a:r>
          </a:p>
          <a:p xmlns:a="http://schemas.openxmlformats.org/drawingml/2006/main">
            <a:r>
              <a:t>Pertanyaan serta teks yang diperlukan dikirim ke Senopati</a:t>
            </a:r>
          </a:p>
          <a:p xmlns:a="http://schemas.openxmlformats.org/drawingml/2006/main">
            <a:r>
              <a:t>Mode dokumen lokal mematikan API akademik</a:t>
            </a:r>
          </a:p>
          <a:p xmlns:a="http://schemas.openxmlformats.org/drawingml/2006/main">
            <a:r>
              <a:t>Mode tersebut tetap memakai inferensi remote</a:t>
            </a:r>
          </a:p>
          <a:p xmlns:a="http://schemas.openxmlformats.org/drawingml/2006/main">
            <a:r>
              <a:t>Backup mencakup PostgreSQL dan storage privat</a:t>
            </a:r>
          </a:p>
          <a:p xmlns:a="http://schemas.openxmlformats.org/drawingml/2006/main">
            <a:r>
              <a:t/>
            </a:r>
          </a:p>
          <a:p xmlns:a="http://schemas.openxmlformats.org/drawingml/2006/main">
            <a:r>
              <a:t>Pisahkan lokasi penyimpanan dari lokasi inferensi. Dokumen asli dan artefak berada di komputer, tetapi prompt agen dapat mengandung metadata, hasil tahap sebelumnya, abstrak, dan potongan teks yang dibutuhkan. Embedding juga memerlukan pengiriman teks ke gateway. Dengan demikian aplikasi tidak dapat diklaim sepenuhnya offline atau seluruh data tidak pernah keluar perangkat. Slide harus menjelaskan batas ini secara netral dan konkret. Jangan menyertakan token, password, file .env, credential DPAPI, atau log reset password pada presentasi. Penghapusan sumber dan reindex perlu memperhatikan jejak bukti historis.</a:t>
            </a:r>
          </a:p>
          <a:p xmlns:a="http://schemas.openxmlformats.org/drawingml/2006/main">
            <a:r>
              <a:t/>
            </a:r>
          </a:p>
          <a:p xmlns:a="http://schemas.openxmlformats.org/drawingml/2006/main">
            <a:r>
              <a:t>Sumber:</a:t>
            </a:r>
          </a:p>
          <a:p xmlns:a="http://schemas.openxmlformats.org/drawingml/2006/main">
            <a:r>
              <a:t>README.md:3</a:t>
            </a:r>
          </a:p>
          <a:p xmlns:a="http://schemas.openxmlformats.org/drawingml/2006/main">
            <a:r>
              <a:t>README.md:102</a:t>
            </a:r>
          </a:p>
          <a:p xmlns:a="http://schemas.openxmlformats.org/drawingml/2006/main">
            <a:r>
              <a:t>docs/senopati.md:25</a:t>
            </a:r>
          </a:p>
          <a:p xmlns:a="http://schemas.openxmlformats.org/drawingml/2006/main">
            <a:r>
              <a:t>app/Services/Documents/EmbeddingService.php:40</a:t>
            </a:r>
          </a:p>
          <a:p xmlns:a="http://schemas.openxmlformats.org/drawingml/2006/main">
            <a:r>
              <a:t/>
            </a:r>
          </a:p>
          <a:p xmlns:a="http://schemas.openxmlformats.org/drawingml/2006/main">
            <a:r>
              <a:t>-----</a:t>
            </a:r>
          </a:p>
          <a:p xmlns:a="http://schemas.openxmlformats.org/drawingml/2006/main">
            <a:r>
              <a:t/>
            </a:r>
          </a:p>
          <a:p xmlns:a="http://schemas.openxmlformats.org/drawingml/2006/main">
            <a:r>
              <a:t>Pertanyaan umum tentang AI</a:t>
            </a:r>
          </a:p>
          <a:p xmlns:a="http://schemas.openxmlformats.org/drawingml/2006/main">
            <a:r>
              <a:t/>
            </a:r>
          </a:p>
          <a:p xmlns:a="http://schemas.openxmlformats.org/drawingml/2006/main">
            <a:r>
              <a:t>Model percakapan dan agen: qwen3:14b melalui Senopati ITS.</a:t>
            </a:r>
          </a:p>
          <a:p xmlns:a="http://schemas.openxmlformats.org/drawingml/2006/main">
            <a:r>
              <a:t>Model embedding: embeddinggemma:latest melalui gateway yang sama.</a:t>
            </a:r>
          </a:p>
          <a:p xmlns:a="http://schemas.openxmlformats.org/drawingml/2006/main">
            <a:r>
              <a:t>Aplikasi tidak memerlukan GPU atau model AI yang berjalan di komputer pengguna.</a:t>
            </a:r>
          </a:p>
          <a:p xmlns:a="http://schemas.openxmlformats.org/drawingml/2006/main">
            <a:r>
              <a:t>Mode Dokumen lokal membatasi sumber pencarian. Inferensi tetap membutuhkan internet.</a:t>
            </a:r>
          </a:p>
          <a:p xmlns:a="http://schemas.openxmlformats.org/drawingml/2006/main">
            <a:r>
              <a:t/>
            </a:r>
          </a:p>
          <a:p xmlns:a="http://schemas.openxmlformats.org/drawingml/2006/main">
            <a:r>
              <a:t>Model dan endpoint berasal dari konfigurasi aplikasi. Nilai tersebut dapat berubah jika operator memperbarui konfigurasi. Token otorisasi disimpan sebagai rahasia dan tidak disertakan dalam presentasi.</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Commit 5da77e6192135761752f8a6a55d62943dd349792</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a:p xmlns:a="http://schemas.openxmlformats.org/drawingml/2006/main">
            <a:r>
              <a:t/>
            </a:r>
          </a:p>
          <a:p xmlns:a="http://schemas.openxmlformats.org/drawingml/2006/main">
            <a:r>
              <a:t>Arsitektur revisi 17 Oktober 2026: Docker Compose memisahkan aplikasi Laravel, worker antrean, PostgreSQL, dan Qdrant. PostgreSQL menyimpan akun, proyek, metadata, chunk, riwayat, hasil agen, dan embedding JSON sebagai sumber pembangunan ulang indeks. Qdrant menyimpan indeks pencarian cosine. App dan worker berbagi volume privat PDF/laporan. Senopati ITS menyediakan qwen3:14b untuk chat/agen dan embeddinggemma:latest untuk embedding. Tidak ada inferensi AI lokal. Referensi: compose.yaml, Dockerfile, config/ai.php, app/Services/Documents/VectorSearchService.php.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Halaman awal</a:t>
            </a:r>
          </a:p>
          <a:p xmlns:a="http://schemas.openxmlformats.org/drawingml/2006/main">
            <a:r>
              <a:t/>
            </a:r>
          </a:p>
          <a:p xmlns:a="http://schemas.openxmlformats.org/drawingml/2006/main">
            <a:r>
              <a:t>Halaman publik memperkenalkan ruang kerja penelitian, akun, sumber, dan enam agen. Inferensi memakai Senopati.</a:t>
            </a:r>
          </a:p>
          <a:p xmlns:a="http://schemas.openxmlformats.org/drawingml/2006/main">
            <a:r>
              <a:t/>
            </a:r>
          </a:p>
          <a:p xmlns:a="http://schemas.openxmlformats.org/drawingml/2006/main">
            <a:r>
              <a:t>Sumber:</a:t>
            </a:r>
          </a:p>
          <a:p xmlns:a="http://schemas.openxmlformats.org/drawingml/2006/main">
            <a:r>
              <a:t>C:\Users\marco\Documents\Github\Researchmate\storage\app\private\presentation-build\screenshots\welcome.jpg</a:t>
            </a:r>
          </a:p>
          <a:p xmlns:a="http://schemas.openxmlformats.org/drawingml/2006/main">
            <a:r>
              <a:t/>
            </a:r>
          </a:p>
          <a:p xmlns:a="http://schemas.openxmlformats.org/drawingml/2006/main">
            <a:r>
              <a:t>-----</a:t>
            </a:r>
          </a:p>
          <a:p xmlns:a="http://schemas.openxmlformats.org/drawingml/2006/main">
            <a:r>
              <a:t/>
            </a:r>
          </a:p>
          <a:p xmlns:a="http://schemas.openxmlformats.org/drawingml/2006/main">
            <a:r>
              <a:t>Akses akun</a:t>
            </a:r>
          </a:p>
          <a:p xmlns:a="http://schemas.openxmlformats.org/drawingml/2006/main">
            <a:r>
              <a:t/>
            </a:r>
          </a:p>
          <a:p xmlns:a="http://schemas.openxmlformats.org/drawingml/2006/main">
            <a:r>
              <a:t>Halaman masuk memakai autentikasi Laravel/Fortify. Akun memiliki proyek privat. Screenshot tidak memuat email, password, token, atau sesi autentikasi.</a:t>
            </a:r>
          </a:p>
          <a:p xmlns:a="http://schemas.openxmlformats.org/drawingml/2006/main">
            <a:r>
              <a:t/>
            </a:r>
          </a:p>
          <a:p xmlns:a="http://schemas.openxmlformats.org/drawingml/2006/main">
            <a:r>
              <a:t>Sumber:</a:t>
            </a:r>
          </a:p>
          <a:p xmlns:a="http://schemas.openxmlformats.org/drawingml/2006/main">
            <a:r>
              <a:t>C:\Users\marco\Documents\Github\Researchmate\storage\app\private\presentation-build\screenshots\login.jpg</a:t>
            </a:r>
          </a:p>
          <a:p xmlns:a="http://schemas.openxmlformats.org/drawingml/2006/main">
            <a:r>
              <a:t/>
            </a:r>
          </a:p>
          <a:p xmlns:a="http://schemas.openxmlformats.org/drawingml/2006/main">
            <a:r>
              <a:t>-----</a:t>
            </a:r>
          </a:p>
          <a:p xmlns:a="http://schemas.openxmlformats.org/drawingml/2006/main">
            <a:r>
              <a:t/>
            </a:r>
          </a:p>
          <a:p xmlns:a="http://schemas.openxmlformats.org/drawingml/2006/main">
            <a:r>
              <a:t>Registrasi pengguna</a:t>
            </a:r>
          </a:p>
          <a:p xmlns:a="http://schemas.openxmlformats.org/drawingml/2006/main">
            <a:r>
              <a:t/>
            </a:r>
          </a:p>
          <a:p xmlns:a="http://schemas.openxmlformats.org/drawingml/2006/main">
            <a:r>
              <a:t>Form meminta nama, email, kata sandi, dan konfirmasi. Presentasi menampilkan form kosong. Tidak ada akun baru yang dibuat untuk slide ini.</a:t>
            </a:r>
          </a:p>
          <a:p xmlns:a="http://schemas.openxmlformats.org/drawingml/2006/main">
            <a:r>
              <a:t/>
            </a:r>
          </a:p>
          <a:p xmlns:a="http://schemas.openxmlformats.org/drawingml/2006/main">
            <a:r>
              <a:t>Sumber:</a:t>
            </a:r>
          </a:p>
          <a:p xmlns:a="http://schemas.openxmlformats.org/drawingml/2006/main">
            <a:r>
              <a:t>C:\Users\marco\Documents\Github\Researchmate\storage\app\private\presentation-build\screenshots\register.jpg</a:t>
            </a:r>
          </a:p>
          <a:p xmlns:a="http://schemas.openxmlformats.org/drawingml/2006/main">
            <a:r>
              <a:t/>
            </a:r>
          </a:p>
          <a:p xmlns:a="http://schemas.openxmlformats.org/drawingml/2006/main">
            <a:r>
              <a:t>-----</a:t>
            </a:r>
          </a:p>
          <a:p xmlns:a="http://schemas.openxmlformats.org/drawingml/2006/main">
            <a:r>
              <a:t/>
            </a:r>
          </a:p>
          <a:p xmlns:a="http://schemas.openxmlformats.org/drawingml/2006/main">
            <a:r>
              <a:t>Pengaturan proyek penelitian</a:t>
            </a:r>
          </a:p>
          <a:p xmlns:a="http://schemas.openxmlformats.org/drawingml/2006/main">
            <a:r>
              <a:t/>
            </a:r>
          </a:p>
          <a:p xmlns:a="http://schemas.openxmlformats.org/drawingml/2006/main">
            <a:r>
              <a:t>Buka Proyek baru, lalu isi judul, topik, dan pertanyaan penelitian.</a:t>
            </a:r>
          </a:p>
          <a:p xmlns:a="http://schemas.openxmlformats.org/drawingml/2006/main">
            <a:r>
              <a:t>Lengkapi disiplin, kata kunci, tujuan, serta rentang tahun bila diperlukan.</a:t>
            </a:r>
          </a:p>
          <a:p xmlns:a="http://schemas.openxmlformats.org/drawingml/2006/main">
            <a:r>
              <a:t>Pilih Bahasa Indonesia/Inggris, target artikel, dan mode riset.</a:t>
            </a:r>
          </a:p>
          <a:p xmlns:a="http://schemas.openxmlformats.org/drawingml/2006/main">
            <a:r>
              <a:t>Simpan melalui Buat proyek.</a:t>
            </a:r>
          </a:p>
          <a:p xmlns:a="http://schemas.openxmlformats.org/drawingml/2006/main">
            <a:r>
              <a:t/>
            </a:r>
          </a:p>
          <a:p xmlns:a="http://schemas.openxmlformats.org/drawingml/2006/main">
            <a:r>
              <a:t>Contoh pertanyaan: Bagaimana penggunaan generative AI berkaitan dengan kemampuan berpikir kritis mahasiswa?</a:t>
            </a:r>
          </a:p>
          <a:p xmlns:a="http://schemas.openxmlformats.org/drawingml/2006/main">
            <a:r>
              <a:t/>
            </a:r>
          </a:p>
          <a:p xmlns:a="http://schemas.openxmlformats.org/drawingml/2006/main">
            <a:r>
              <a:t>Pertanyaan contoh mengambil topik dari demo historis, bukan kesimpulan penelitian. Target jumlah artikel dibatasi konfigurasi, default maksimum 20. Gunakan tangkapan layar form tanpa menyimpan proyek tambahan. Ubah proyek hanya saat tidak ada workflow aktif. Penetapan ruang lingkup membantu menentukan koleksi yang dianalisis dan menjaga interpretasi kandidat celah tetap pada korpus tersebut.</a:t>
            </a:r>
          </a:p>
          <a:p xmlns:a="http://schemas.openxmlformats.org/drawingml/2006/main">
            <a:r>
              <a:t/>
            </a:r>
          </a:p>
          <a:p xmlns:a="http://schemas.openxmlformats.org/drawingml/2006/main">
            <a:r>
              <a:t>Sumber:</a:t>
            </a:r>
          </a:p>
          <a:p xmlns:a="http://schemas.openxmlformats.org/drawingml/2006/main">
            <a:r>
              <a:t>resources/views/projects/form.blade.php:5</a:t>
            </a:r>
          </a:p>
          <a:p xmlns:a="http://schemas.openxmlformats.org/drawingml/2006/main">
            <a:r>
              <a:t>resources/views/projects/form.blade.php:8</a:t>
            </a:r>
          </a:p>
          <a:p xmlns:a="http://schemas.openxmlformats.org/drawingml/2006/main">
            <a:r>
              <a:t>resources/views/projects/form.blade.php:14</a:t>
            </a:r>
          </a:p>
          <a:p xmlns:a="http://schemas.openxmlformats.org/drawingml/2006/main">
            <a:r>
              <a:t>resources/views/projects/form.blade.php:15</a:t>
            </a:r>
          </a:p>
          <a:p xmlns:a="http://schemas.openxmlformats.org/drawingml/2006/main">
            <a:r>
              <a:t>config/ai.php:11</a:t>
            </a:r>
          </a:p>
          <a:p xmlns:a="http://schemas.openxmlformats.org/drawingml/2006/main">
            <a:r>
              <a:t>docs/demo.md:7</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Unggahan dan kesiapan PDF</a:t>
            </a:r>
          </a:p>
          <a:p xmlns:a="http://schemas.openxmlformats.org/drawingml/2006/main">
            <a:r>
              <a:t/>
            </a:r>
          </a:p>
          <a:p xmlns:a="http://schemas.openxmlformats.org/drawingml/2006/main">
            <a:r>
              <a:t>Buka tab PDF dan pilih dokumen dengan teks yang dapat diseleksi.</a:t>
            </a:r>
          </a:p>
          <a:p xmlns:a="http://schemas.openxmlformats.org/drawingml/2006/main">
            <a:r>
              <a:t>Klik Unggah dan indeks. Berkas masuk antrean pemrosesan.</a:t>
            </a:r>
          </a:p>
          <a:p xmlns:a="http://schemas.openxmlformats.org/drawingml/2006/main">
            <a:r>
              <a:t>Periksa halaman, ukuran, dan status pada Dokumen proyek.</a:t>
            </a:r>
          </a:p>
          <a:p xmlns:a="http://schemas.openxmlformats.org/drawingml/2006/main">
            <a:r>
              <a:t>Status masuk antrean belum berarti teks telah siap dianalisis.</a:t>
            </a:r>
          </a:p>
          <a:p xmlns:a="http://schemas.openxmlformats.org/drawingml/2006/main">
            <a:r>
              <a:t/>
            </a:r>
          </a:p>
          <a:p xmlns:a="http://schemas.openxmlformats.org/drawingml/2006/main">
            <a:r>
              <a:t>Batas ukuran default: 20 MB per PDF. PDF pindai perlu OCR sebelum diunggah.</a:t>
            </a:r>
          </a:p>
          <a:p xmlns:a="http://schemas.openxmlformats.org/drawingml/2006/main">
            <a:r>
              <a:t/>
            </a:r>
          </a:p>
          <a:p xmlns:a="http://schemas.openxmlformats.org/drawingml/2006/main">
            <a:r>
              <a:t>Worker PHP diperlukan untuk parsing, chunk, dan embedding. File disimpan privat dan unduhan melewati policy pengguna. Nama berkas menjadi label judul sementara; metadata penulis/tahun tidak dikarang. Jangan memicu unggahan atau indeks ulang hanya untuk membuat screenshot karena dapat memakai kuota serta mengubah sumber historis. Bila mengambil layar proyek 3, jelaskan bahwa koleksinya berisi data uji fiktif pada catatan presentasi.</a:t>
            </a:r>
          </a:p>
          <a:p xmlns:a="http://schemas.openxmlformats.org/drawingml/2006/main">
            <a:r>
              <a:t/>
            </a:r>
          </a:p>
          <a:p xmlns:a="http://schemas.openxmlformats.org/drawingml/2006/main">
            <a:r>
              <a:t>Sumber:</a:t>
            </a:r>
          </a:p>
          <a:p xmlns:a="http://schemas.openxmlformats.org/drawingml/2006/main">
            <a:r>
              <a:t>resources/views/documents/index.blade.php:2</a:t>
            </a:r>
          </a:p>
          <a:p xmlns:a="http://schemas.openxmlformats.org/drawingml/2006/main">
            <a:r>
              <a:t>resources/views/documents/index.blade.php:3</a:t>
            </a:r>
          </a:p>
          <a:p xmlns:a="http://schemas.openxmlformats.org/drawingml/2006/main">
            <a:r>
              <a:t>resources/views/documents/index.blade.php:4</a:t>
            </a:r>
          </a:p>
          <a:p xmlns:a="http://schemas.openxmlformats.org/drawingml/2006/main">
            <a:r>
              <a:t>config/ai.php:13</a:t>
            </a:r>
          </a:p>
          <a:p xmlns:a="http://schemas.openxmlformats.org/drawingml/2006/main">
            <a:r>
              <a:t>docs/test-data.md:3</a:t>
            </a:r>
          </a:p>
          <a:p xmlns:a="http://schemas.openxmlformats.org/drawingml/2006/main">
            <a:r>
              <a:t/>
            </a:r>
          </a:p>
          <a:p xmlns:a="http://schemas.openxmlformats.org/drawingml/2006/main">
            <a:r>
              <a:t>-----</a:t>
            </a:r>
          </a:p>
          <a:p xmlns:a="http://schemas.openxmlformats.org/drawingml/2006/main">
            <a:r>
              <a:t/>
            </a:r>
          </a:p>
          <a:p xmlns:a="http://schemas.openxmlformats.org/drawingml/2006/main">
            <a:r>
              <a:t>Pustaka PDF dan status indeks</a:t>
            </a:r>
          </a:p>
          <a:p xmlns:a="http://schemas.openxmlformats.org/drawingml/2006/main">
            <a:r>
              <a:t/>
            </a:r>
          </a:p>
          <a:p xmlns:a="http://schemas.openxmlformats.org/drawingml/2006/main">
            <a:r>
              <a:t>Screenshot dokumentasi data uji menunjukkan lima PDF siap digunakan pada proyek 3. Koleksi ini merupakan fixture fiktif untuk pengujian alur, bukan bukti akademik. Tampilan tidak memberi label dummy sesuai pilihan pengguna. Asal data tetap dijelaskan di catatan pembicara. Sumber: docs/test-data.md.</a:t>
            </a:r>
          </a:p>
          <a:p xmlns:a="http://schemas.openxmlformats.org/drawingml/2006/main">
            <a:r>
              <a:t/>
            </a:r>
          </a:p>
          <a:p xmlns:a="http://schemas.openxmlformats.org/drawingml/2006/main">
            <a:r>
              <a:t>Sumber:</a:t>
            </a:r>
          </a:p>
          <a:p xmlns:a="http://schemas.openxmlformats.org/drawingml/2006/main">
            <a:r>
              <a:t>C:\Users\marco\Documents\Github\Researchmate\docs\screenshots\test-data-ready.jpg</a:t>
            </a:r>
          </a:p>
          <a:p xmlns:a="http://schemas.openxmlformats.org/drawingml/2006/main">
            <a:r>
              <a:t/>
            </a:r>
          </a:p>
          <a:p xmlns:a="http://schemas.openxmlformats.org/drawingml/2006/main">
            <a:r>
              <a:t>-----</a:t>
            </a:r>
          </a:p>
          <a:p xmlns:a="http://schemas.openxmlformats.org/drawingml/2006/main">
            <a:r>
              <a:t/>
            </a:r>
          </a:p>
          <a:p xmlns:a="http://schemas.openxmlformats.org/drawingml/2006/main">
            <a:r>
              <a:t>Pipeline PDF: dari berkas ke indeks semantik</a:t>
            </a:r>
          </a:p>
          <a:p xmlns:a="http://schemas.openxmlformats.org/drawingml/2006/main">
            <a:r>
              <a:t/>
            </a:r>
          </a:p>
          <a:p xmlns:a="http://schemas.openxmlformats.org/drawingml/2006/main">
            <a:r>
              <a:t>Validasi PDF maksimal 20 MB dan hash duplikasi</a:t>
            </a:r>
          </a:p>
          <a:p xmlns:a="http://schemas.openxmlformats.org/drawingml/2006/main">
            <a:r>
              <a:t>Ekstraksi teks mempertahankan nomor halaman</a:t>
            </a:r>
          </a:p>
          <a:p xmlns:a="http://schemas.openxmlformats.org/drawingml/2006/main">
            <a:r>
              <a:t>Chunk default 1.200 karakter, overlap 200</a:t>
            </a:r>
          </a:p>
          <a:p xmlns:a="http://schemas.openxmlformats.org/drawingml/2006/main">
            <a:r>
              <a:t>Embedding diproses dalam batch delapan teks</a:t>
            </a:r>
          </a:p>
          <a:p xmlns:a="http://schemas.openxmlformats.org/drawingml/2006/main">
            <a:r>
              <a:t>Indeks diganti secara atomik setelah semua batch valid</a:t>
            </a:r>
          </a:p>
          <a:p xmlns:a="http://schemas.openxmlformats.org/drawingml/2006/main">
            <a:r>
              <a:t/>
            </a:r>
          </a:p>
          <a:p xmlns:a="http://schemas.openxmlformats.org/drawingml/2006/main">
            <a:r>
              <a:t>Upload memeriksa MIME, ekstensi, ukuran, header PDF, dan SHA-256, lalu menyimpan file privat. Chunker berusaha memakai batas paragraf atau kata dan mengenali nama bagian seperti Abstract, Methods, Results, dan Conclusion. EmbeddingService menetapkan anggaran waktu total 1500 detik, batas default 1000 chunk, serta cache batch berhasil selama satu hari. Model, file hash, dan teks masuk hash checkpoint. Dimensi antarbatch harus konsisten. Indeks lama dipertahankan bila gagal; penggantian berlangsung di dalam transaksi. Dokumen pindai tanpa teks memerlukan OCR eksternal karena aplikasi belum memiliki OCR.</a:t>
            </a:r>
          </a:p>
          <a:p xmlns:a="http://schemas.openxmlformats.org/drawingml/2006/main">
            <a:r>
              <a:t/>
            </a:r>
          </a:p>
          <a:p xmlns:a="http://schemas.openxmlformats.org/drawingml/2006/main">
            <a:r>
              <a:t>Sumber:</a:t>
            </a:r>
          </a:p>
          <a:p xmlns:a="http://schemas.openxmlformats.org/drawingml/2006/main">
            <a:r>
              <a:t>app/Http/Controllers/DocumentController.php:31</a:t>
            </a:r>
          </a:p>
          <a:p xmlns:a="http://schemas.openxmlformats.org/drawingml/2006/main">
            <a:r>
              <a:t>app/Services/Documents/DocumentChunkerService.php:16</a:t>
            </a:r>
          </a:p>
          <a:p xmlns:a="http://schemas.openxmlformats.org/drawingml/2006/main">
            <a:r>
              <a:t>app/Services/Documents/EmbeddingService.php:20</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Pengguna menentukan artikel yang dianalisis</a:t>
            </a:r>
          </a:p>
          <a:p xmlns:a="http://schemas.openxmlformats.org/drawingml/2006/main">
            <a:r>
              <a:t/>
            </a:r>
          </a:p>
          <a:p xmlns:a="http://schemas.openxmlformats.org/drawingml/2006/main">
            <a:r>
              <a:t>Mulai riset multiagen dari Ringkasan proyek.</a:t>
            </a:r>
          </a:p>
          <a:p xmlns:a="http://schemas.openxmlformats.org/drawingml/2006/main">
            <a:r>
              <a:t>Planner menyusun rencana, Discovery menyiapkan kandidat sumber.</a:t>
            </a:r>
          </a:p>
          <a:p xmlns:a="http://schemas.openxmlformats.org/drawingml/2006/main">
            <a:r>
              <a:t>Saat menunggu pemilihan, tinjau judul, abstrak, dan metadata.</a:t>
            </a:r>
          </a:p>
          <a:p xmlns:a="http://schemas.openxmlformats.org/drawingml/2006/main">
            <a:r>
              <a:t>Pilih artikel, lalu klik Analisis artikel terpilih.</a:t>
            </a:r>
          </a:p>
          <a:p xmlns:a="http://schemas.openxmlformats.org/drawingml/2006/main">
            <a:r>
              <a:t/>
            </a:r>
          </a:p>
          <a:p xmlns:a="http://schemas.openxmlformats.org/drawingml/2006/main">
            <a:r>
              <a:t>Artikel dengan abstrak saja tetap diberi cakupan abstract_only.</a:t>
            </a:r>
          </a:p>
          <a:p xmlns:a="http://schemas.openxmlformats.org/drawingml/2006/main">
            <a:r>
              <a:t/>
            </a:r>
          </a:p>
          <a:p xmlns:a="http://schemas.openxmlformats.org/drawingml/2006/main">
            <a:r>
              <a:t>Ini checkpoint manusia pertama. Jumlah artikel terpilih harus 1 sampai target proyek. Dalam mode dokumen lokal tidak ada pencarian OpenAlex. Hasil pencarian online adalah metadata nyata dari layanan, tidak otomatis menjadi PDF full text. Proyek dan sumber terkunci selama workflow belum selesai/dibatalkan agar proses tidak membaca koleksi yang berubah di tengah jalan.</a:t>
            </a:r>
          </a:p>
          <a:p xmlns:a="http://schemas.openxmlformats.org/drawingml/2006/main">
            <a:r>
              <a:t/>
            </a:r>
          </a:p>
          <a:p xmlns:a="http://schemas.openxmlformats.org/drawingml/2006/main">
            <a:r>
              <a:t>Sumber:</a:t>
            </a:r>
          </a:p>
          <a:p xmlns:a="http://schemas.openxmlformats.org/drawingml/2006/main">
            <a:r>
              <a:t>resources/views/projects/show.blade.php:7</a:t>
            </a:r>
          </a:p>
          <a:p xmlns:a="http://schemas.openxmlformats.org/drawingml/2006/main">
            <a:r>
              <a:t>resources/views/projects/show.blade.php:10</a:t>
            </a:r>
          </a:p>
          <a:p xmlns:a="http://schemas.openxmlformats.org/drawingml/2006/main">
            <a:r>
              <a:t>resources/views/research/literature.blade.php:3</a:t>
            </a:r>
          </a:p>
          <a:p xmlns:a="http://schemas.openxmlformats.org/drawingml/2006/main">
            <a:r>
              <a:t>resources/views/research/literature.blade.php:7</a:t>
            </a:r>
          </a:p>
          <a:p xmlns:a="http://schemas.openxmlformats.org/drawingml/2006/main">
            <a:r>
              <a:t>README.md:201</a:t>
            </a:r>
          </a:p>
          <a:p xmlns:a="http://schemas.openxmlformats.org/drawingml/2006/main">
            <a:r>
              <a:t/>
            </a:r>
          </a:p>
          <a:p xmlns:a="http://schemas.openxmlformats.org/drawingml/2006/main">
            <a:r>
              <a:t>-----</a:t>
            </a:r>
          </a:p>
          <a:p xmlns:a="http://schemas.openxmlformats.org/drawingml/2006/main">
            <a:r>
              <a:t/>
            </a:r>
          </a:p>
          <a:p xmlns:a="http://schemas.openxmlformats.org/drawingml/2006/main">
            <a:r>
              <a:t>Pemantauan proses agen</a:t>
            </a:r>
          </a:p>
          <a:p xmlns:a="http://schemas.openxmlformats.org/drawingml/2006/main">
            <a:r>
              <a:t/>
            </a:r>
          </a:p>
          <a:p xmlns:a="http://schemas.openxmlformats.org/drawingml/2006/main">
            <a:r>
              <a:t>Enam kartu menampilkan status, waktu mulai, dan durasi agen.</a:t>
            </a:r>
          </a:p>
          <a:p xmlns:a="http://schemas.openxmlformats.org/drawingml/2006/main">
            <a:r>
              <a:t>Log mencatat tahap, pemanggilan alat, output, dan error.</a:t>
            </a:r>
          </a:p>
          <a:p xmlns:a="http://schemas.openxmlformats.org/drawingml/2006/main">
            <a:r>
              <a:t>Progress diperbarui otomatis setiap lima detik.</a:t>
            </a:r>
          </a:p>
          <a:p xmlns:a="http://schemas.openxmlformats.org/drawingml/2006/main">
            <a:r>
              <a:t>Kegagalan dapat dilanjutkan dari tahap yang telah tersimpan.</a:t>
            </a:r>
          </a:p>
          <a:p xmlns:a="http://schemas.openxmlformats.org/drawingml/2006/main">
            <a:r>
              <a:t/>
            </a:r>
          </a:p>
          <a:p xmlns:a="http://schemas.openxmlformats.org/drawingml/2006/main">
            <a:r>
              <a:t>Jangan menyamakan durasi yang tampak pada run historis dengan benchmark model/gateway saat ini. Aplikasi memiliki retry dan revisi terbatas; kartu monitor menampilkan jumlah retry serta revisi otomatis /2. Satu bagian analisis memerlukan paling banyak satu generasi terstruktur per eksekusi sebelum job berikutnya, sehingga artikel panjang tetap berjalan bertahap. Hasil berhasil tidak menghapus catatan kegagalan sebelumnya.</a:t>
            </a:r>
          </a:p>
          <a:p xmlns:a="http://schemas.openxmlformats.org/drawingml/2006/main">
            <a:r>
              <a:t/>
            </a:r>
          </a:p>
          <a:p xmlns:a="http://schemas.openxmlformats.org/drawingml/2006/main">
            <a:r>
              <a:t>Sumber:</a:t>
            </a:r>
          </a:p>
          <a:p xmlns:a="http://schemas.openxmlformats.org/drawingml/2006/main">
            <a:r>
              <a:t>resources/views/livewire/agent-monitor.blade.php:1</a:t>
            </a:r>
          </a:p>
          <a:p xmlns:a="http://schemas.openxmlformats.org/drawingml/2006/main">
            <a:r>
              <a:t>resources/views/livewire/agent-monitor.blade.php:4</a:t>
            </a:r>
          </a:p>
          <a:p xmlns:a="http://schemas.openxmlformats.org/drawingml/2006/main">
            <a:r>
              <a:t>resources/views/livewire/agent-monitor.blade.php:21</a:t>
            </a:r>
          </a:p>
          <a:p xmlns:a="http://schemas.openxmlformats.org/drawingml/2006/main">
            <a:r>
              <a:t>resources/views/livewire/agent-monitor.blade.php:37</a:t>
            </a:r>
          </a:p>
          <a:p xmlns:a="http://schemas.openxmlformats.org/drawingml/2006/main">
            <a:r>
              <a:t>resources/views/projects/show.blade.php:9</a:t>
            </a:r>
          </a:p>
          <a:p xmlns:a="http://schemas.openxmlformats.org/drawingml/2006/main">
            <a:r>
              <a:t>README.md:195</a:t>
            </a:r>
          </a:p>
          <a:p xmlns:a="http://schemas.openxmlformats.org/drawingml/2006/main">
            <a:r>
              <a:t/>
            </a:r>
          </a:p>
          <a:p xmlns:a="http://schemas.openxmlformats.org/drawingml/2006/main">
            <a:r>
              <a:t>-----</a:t>
            </a:r>
          </a:p>
          <a:p xmlns:a="http://schemas.openxmlformats.org/drawingml/2006/main">
            <a:r>
              <a:t/>
            </a:r>
          </a:p>
          <a:p xmlns:a="http://schemas.openxmlformats.org/drawingml/2006/main">
            <a:r>
              <a:t>Monitor enam agen</a:t>
            </a:r>
          </a:p>
          <a:p xmlns:a="http://schemas.openxmlformats.org/drawingml/2006/main">
            <a:r>
              <a:t/>
            </a:r>
          </a:p>
          <a:p xmlns:a="http://schemas.openxmlformats.org/drawingml/2006/main">
            <a:r>
              <a:t>Run historis proyek 1 selesai dengan satu revisi. Screenshot berasal dari versi sebelum pemindahan AI ke Senopati, sehingga menu AI lokal masih terlihat. Implementasi sekarang tidak memakai AI lokal. Angka waktu pada screenshot tidak menjadi benchmark implementasi analisis seluruh teks. Sumber: docs/demo.md.</a:t>
            </a:r>
          </a:p>
          <a:p xmlns:a="http://schemas.openxmlformats.org/drawingml/2006/main">
            <a:r>
              <a:t/>
            </a:r>
          </a:p>
          <a:p xmlns:a="http://schemas.openxmlformats.org/drawingml/2006/main">
            <a:r>
              <a:t>Sumber:</a:t>
            </a:r>
          </a:p>
          <a:p xmlns:a="http://schemas.openxmlformats.org/drawingml/2006/main">
            <a:r>
              <a:t>C:\Users\marco\Documents\Github\Researchmate\docs\screenshots\demo-completed-desktop.jpg</a:t>
            </a:r>
          </a:p>
          <a:p xmlns:a="http://schemas.openxmlformats.org/drawingml/2006/main">
            <a:r>
              <a:t/>
            </a:r>
          </a:p>
          <a:p xmlns:a="http://schemas.openxmlformats.org/drawingml/2006/main">
            <a:r>
              <a:t>-----</a:t>
            </a:r>
          </a:p>
          <a:p xmlns:a="http://schemas.openxmlformats.org/drawingml/2006/main">
            <a:r>
              <a:t/>
            </a:r>
          </a:p>
          <a:p xmlns:a="http://schemas.openxmlformats.org/drawingml/2006/main">
            <a:r>
              <a:t>Pembagian enam agen</a:t>
            </a:r>
          </a:p>
          <a:p xmlns:a="http://schemas.openxmlformats.org/drawingml/2006/main">
            <a:r>
              <a:t/>
            </a:r>
          </a:p>
          <a:p xmlns:a="http://schemas.openxmlformats.org/drawingml/2006/main">
            <a:r>
              <a:t>Agen / Tanggung jawab</a:t>
            </a:r>
          </a:p>
          <a:p xmlns:a="http://schemas.openxmlformats.org/drawingml/2006/main">
            <a:r>
              <a:t>Planner / Menyusun rencana dan batas penelitian</a:t>
            </a:r>
          </a:p>
          <a:p xmlns:a="http://schemas.openxmlformats.org/drawingml/2006/main">
            <a:r>
              <a:t>Discovery / Menyiapkan kandidat sumber</a:t>
            </a:r>
          </a:p>
          <a:p xmlns:a="http://schemas.openxmlformats.org/drawingml/2006/main">
            <a:r>
              <a:t>Analysis / Menganalisis isi tiap artikel</a:t>
            </a:r>
          </a:p>
          <a:p xmlns:a="http://schemas.openxmlformats.org/drawingml/2006/main">
            <a:r>
              <a:t>Synthesis / Membandingkan pola lintas artikel</a:t>
            </a:r>
          </a:p>
          <a:p xmlns:a="http://schemas.openxmlformats.org/drawingml/2006/main">
            <a:r>
              <a:t>ResearchGap / Mengusulkan kandidat celah berbasis koleksi</a:t>
            </a:r>
          </a:p>
          <a:p xmlns:a="http://schemas.openxmlformats.org/drawingml/2006/main">
            <a:r>
              <a:t>Verification / Memeriksa kutipan, klaim, dan metadata</a:t>
            </a:r>
          </a:p>
          <a:p xmlns:a="http://schemas.openxmlformats.org/drawingml/2006/main">
            <a:r>
              <a:t/>
            </a:r>
          </a:p>
          <a:p xmlns:a="http://schemas.openxmlformats.org/drawingml/2006/main">
            <a:r>
              <a:t>Agen adalah kelas PHP dengan prompt dan schema output khusus, bukan enam model yang berbeda. Orkestrator menjalankan tahap planning, discovering, analyzing, synthesizing, identifying_gaps, dan verifying. Satu model chat yang sama melayani peran tersebut. Tahap memiliki input yang dibatasi sesuai kebutuhan dan output persisten. Pengguna tetap memilih artikel setelah Discovery dan memberi persetujuan setelah Verification. Tahap verifikasi dapat mengembalikan alur ke sintesis untuk revisi terbatas.</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a:t>
            </a:r>
          </a:p>
          <a:p xmlns:a="http://schemas.openxmlformats.org/drawingml/2006/main">
            <a:r>
              <a:t/>
            </a:r>
          </a:p>
          <a:p xmlns:a="http://schemas.openxmlformats.org/drawingml/2006/main">
            <a:r>
              <a:t>Planner: perencanaan penelitian</a:t>
            </a:r>
          </a:p>
          <a:p xmlns:a="http://schemas.openxmlformats.org/drawingml/2006/main">
            <a:r>
              <a:t/>
            </a:r>
          </a:p>
          <a:p xmlns:a="http://schemas.openxmlformats.org/drawingml/2006/main">
            <a:r>
              <a:t>Merumuskan pertanyaan dan tujuan penelitian</a:t>
            </a:r>
          </a:p>
          <a:p xmlns:a="http://schemas.openxmlformats.org/drawingml/2006/main">
            <a:r>
              <a:t>Menghasilkan kata kunci utama dan alternatif</a:t>
            </a:r>
          </a:p>
          <a:p xmlns:a="http://schemas.openxmlformats.org/drawingml/2006/main">
            <a:r>
              <a:t>Menyusun query penelusuran</a:t>
            </a:r>
          </a:p>
          <a:p xmlns:a="http://schemas.openxmlformats.org/drawingml/2006/main">
            <a:r>
              <a:t>Menetapkan kriteria inklusi dan eksklusi</a:t>
            </a:r>
          </a:p>
          <a:p xmlns:a="http://schemas.openxmlformats.org/drawingml/2006/main">
            <a:r>
              <a:t>Merekomendasikan jumlah artikel dalam batas proyek</a:t>
            </a:r>
          </a:p>
          <a:p xmlns:a="http://schemas.openxmlformats.org/drawingml/2006/main">
            <a:r>
              <a:t/>
            </a:r>
          </a:p>
          <a:p xmlns:a="http://schemas.openxmlformats.org/drawingml/2006/main">
            <a:r>
              <a:t>Planner menghasilkan objek terstruktur berisi research_question, research_objectives, main_keywords, alternative_keywords, search_queries, inclusion_criteria, exclusion_criteria, recommended_paper_count, dan planning_notes. Jumlah rekomendasi dibatasi konfigurasi max_papers, default 20. Pemeriksaan tambahan mengharuskan kata kunci dan query minimal satu. Rencana disimpan pada research_runs.research_plan, sehingga tahap berikutnya memakai konteks yang sama dan pengguna dapat menelusuri prosesnya.</a:t>
            </a:r>
          </a:p>
          <a:p xmlns:a="http://schemas.openxmlformats.org/drawingml/2006/main">
            <a:r>
              <a:t/>
            </a:r>
          </a:p>
          <a:p xmlns:a="http://schemas.openxmlformats.org/drawingml/2006/main">
            <a:r>
              <a:t>Sumber:</a:t>
            </a:r>
          </a:p>
          <a:p xmlns:a="http://schemas.openxmlformats.org/drawingml/2006/main">
            <a:r>
              <a:t>app/Agents/PlannerAgent.php:16</a:t>
            </a:r>
          </a:p>
          <a:p xmlns:a="http://schemas.openxmlformats.org/drawingml/2006/main">
            <a:r>
              <a:t>app/Services/AI/AgentOrchestrator.php:102</a:t>
            </a:r>
          </a:p>
          <a:p xmlns:a="http://schemas.openxmlformats.org/drawingml/2006/main">
            <a:r>
              <a:t/>
            </a:r>
          </a:p>
          <a:p xmlns:a="http://schemas.openxmlformats.org/drawingml/2006/main">
            <a:r>
              <a:t>-----</a:t>
            </a:r>
          </a:p>
          <a:p xmlns:a="http://schemas.openxmlformats.org/drawingml/2006/main">
            <a:r>
              <a:t/>
            </a:r>
          </a:p>
          <a:p xmlns:a="http://schemas.openxmlformats.org/drawingml/2006/main">
            <a:r>
              <a:t>Discovery: penelusuran literatur</a:t>
            </a:r>
          </a:p>
          <a:p xmlns:a="http://schemas.openxmlformats.org/drawingml/2006/main">
            <a:r>
              <a:t/>
            </a:r>
          </a:p>
          <a:p xmlns:a="http://schemas.openxmlformats.org/drawingml/2006/main">
            <a:r>
              <a:t>Mode daring mencari metadata di OpenAlex</a:t>
            </a:r>
          </a:p>
          <a:p xmlns:a="http://schemas.openxmlformats.org/drawingml/2006/main">
            <a:r>
              <a:t>Mode dokumen lokal memakai koleksi PDF proyek</a:t>
            </a:r>
          </a:p>
          <a:p xmlns:a="http://schemas.openxmlformats.org/drawingml/2006/main">
            <a:r>
              <a:t>Agen hanya dapat memanggil alat yang diizinkan</a:t>
            </a:r>
          </a:p>
          <a:p xmlns:a="http://schemas.openxmlformats.org/drawingml/2006/main">
            <a:r>
              <a:t>ID artikel divalidasi terhadap koleksi nyata</a:t>
            </a:r>
          </a:p>
          <a:p xmlns:a="http://schemas.openxmlformats.org/drawingml/2006/main">
            <a:r>
              <a:t>Pengguna menentukan artikel yang masuk analisis</a:t>
            </a:r>
          </a:p>
          <a:p xmlns:a="http://schemas.openxmlformats.org/drawingml/2006/main">
            <a:r>
              <a:t/>
            </a:r>
          </a:p>
          <a:p xmlns:a="http://schemas.openxmlformats.org/drawingml/2006/main">
            <a:r>
              <a:t>Discovery memiliki alat search_openalex, search_project_documents, dan normalize_doi. Mode internal bernama offline hanya menawarkan alat lokal serta normalisasi DOI. Siklus tool calling dibatasi empat giliran dan maksimal empat panggilan per giliran, lalu sistem menuntut alat pencarian yang benar-benar telah dipakai. Daftar hasil akhir dibatasi artikel yang tersedia dan disaring rentang tahun. ID yang tidak ditemukan menyebabkan kegagalan, bukan penambahan artikel rekaan. Metadata daring tidak sama dengan akses teks lengkap.</a:t>
            </a:r>
          </a:p>
          <a:p xmlns:a="http://schemas.openxmlformats.org/drawingml/2006/main">
            <a:r>
              <a:t/>
            </a:r>
          </a:p>
          <a:p xmlns:a="http://schemas.openxmlformats.org/drawingml/2006/main">
            <a:r>
              <a:t>Sumber:</a:t>
            </a:r>
          </a:p>
          <a:p xmlns:a="http://schemas.openxmlformats.org/drawingml/2006/main">
            <a:r>
              <a:t>app/Agents/DiscoveryAgent.php:20</a:t>
            </a:r>
          </a:p>
          <a:p xmlns:a="http://schemas.openxmlformats.org/drawingml/2006/main">
            <a:r>
              <a:t>app/Agents/DiscoveryAgent.php:36</a:t>
            </a:r>
          </a:p>
          <a:p xmlns:a="http://schemas.openxmlformats.org/drawingml/2006/main">
            <a:r>
              <a:t>app/Agents/DiscoveryAgent.php:67</a:t>
            </a:r>
          </a:p>
          <a:p xmlns:a="http://schemas.openxmlformats.org/drawingml/2006/main">
            <a:r>
              <a:t>app/Services/AI/WorkflowStateManager.php:53</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Analysis: profil tiap penelitian</a:t>
            </a:r>
          </a:p>
          <a:p xmlns:a="http://schemas.openxmlformats.org/drawingml/2006/main">
            <a:r>
              <a:t/>
            </a:r>
          </a:p>
          <a:p xmlns:a="http://schemas.openxmlformats.org/drawingml/2006/main">
            <a:r>
              <a:t>Tujuan, metode, dan desain penelitian</a:t>
            </a:r>
          </a:p>
          <a:p xmlns:a="http://schemas.openxmlformats.org/drawingml/2006/main">
            <a:r>
              <a:t>Sampel, variabel, dan temuan utama</a:t>
            </a:r>
          </a:p>
          <a:p xmlns:a="http://schemas.openxmlformats.org/drawingml/2006/main">
            <a:r>
              <a:t>Keterbatasan serta rekomendasi</a:t>
            </a:r>
          </a:p>
          <a:p xmlns:a="http://schemas.openxmlformats.org/drawingml/2006/main">
            <a:r>
              <a:t>Kutipan dengan ID artikel dan potongan sumber</a:t>
            </a:r>
          </a:p>
          <a:p xmlns:a="http://schemas.openxmlformats.org/drawingml/2006/main">
            <a:r>
              <a:t>Cakupan full_text atau abstract_only dicatat</a:t>
            </a:r>
          </a:p>
          <a:p xmlns:a="http://schemas.openxmlformats.org/drawingml/2006/main">
            <a:r>
              <a:t/>
            </a:r>
          </a:p>
          <a:p xmlns:a="http://schemas.openxmlformats.org/drawingml/2006/main">
            <a:r>
              <a:t>Output analisis mengikuti schema yang membatasi panjang ringkasan setiap bidang maksimal 1.000 karakter. Kutipan analisis dibatasi 400 karakter dan referensi maksimal 30. Artikel dengan PDF terindeks memakai full_text, sedangkan artikel tanpa potongan teks memakai abstract_only. Analisis final menyimpan snapshot metadata, jumlah chunk sumber dan teranalisis, jumlah batch, dan tingkat penggabungan. Istilah full_text menjelaskan akses ke teks yang berhasil diindeks; ia tidak menjamin pembacaan gambar atau ketepatan ilmiah.</a:t>
            </a:r>
          </a:p>
          <a:p xmlns:a="http://schemas.openxmlformats.org/drawingml/2006/main">
            <a:r>
              <a:t/>
            </a:r>
          </a:p>
          <a:p xmlns:a="http://schemas.openxmlformats.org/drawingml/2006/main">
            <a:r>
              <a:t>Sumber:</a:t>
            </a:r>
          </a:p>
          <a:p xmlns:a="http://schemas.openxmlformats.org/drawingml/2006/main">
            <a:r>
              <a:t>app/Agents/AnalysisAgent.php:31</a:t>
            </a:r>
          </a:p>
          <a:p xmlns:a="http://schemas.openxmlformats.org/drawingml/2006/main">
            <a:r>
              <a:t>app/Agents/AnalysisAgent.php:67</a:t>
            </a:r>
          </a:p>
          <a:p xmlns:a="http://schemas.openxmlformats.org/drawingml/2006/main">
            <a:r>
              <a:t>app/Agents/AnalysisAgent.php:105</a:t>
            </a:r>
          </a:p>
          <a:p xmlns:a="http://schemas.openxmlformats.org/drawingml/2006/main">
            <a:r>
              <a:t/>
            </a:r>
          </a:p>
          <a:p xmlns:a="http://schemas.openxmlformats.org/drawingml/2006/main">
            <a:r>
              <a:t>-----</a:t>
            </a:r>
          </a:p>
          <a:p xmlns:a="http://schemas.openxmlformats.org/drawingml/2006/main">
            <a:r>
              <a:t/>
            </a:r>
          </a:p>
          <a:p xmlns:a="http://schemas.openxmlformats.org/drawingml/2006/main">
            <a:r>
              <a:t>Analisis seluruh teks secara bertahap</a:t>
            </a:r>
          </a:p>
          <a:p xmlns:a="http://schemas.openxmlformats.org/drawingml/2006/main">
            <a:r>
              <a:t/>
            </a:r>
          </a:p>
          <a:p xmlns:a="http://schemas.openxmlformats.org/drawingml/2006/main">
            <a:r>
              <a:t>Mengambil seluruh chunk terindeks artikel terpilih</a:t>
            </a:r>
          </a:p>
          <a:p xmlns:a="http://schemas.openxmlformats.org/drawingml/2006/main">
            <a:r>
              <a:t>Satu batch: maksimal 12 chunk atau 14.400 karakter</a:t>
            </a:r>
          </a:p>
          <a:p xmlns:a="http://schemas.openxmlformats.org/drawingml/2006/main">
            <a:r>
              <a:t>Ringkasan digabung maksimal tiga bagian sekaligus</a:t>
            </a:r>
          </a:p>
          <a:p xmlns:a="http://schemas.openxmlformats.org/drawingml/2006/main">
            <a:r>
              <a:t>Paling banyak satu generasi terstruktur per eksekusi</a:t>
            </a:r>
          </a:p>
          <a:p xmlns:a="http://schemas.openxmlformats.org/drawingml/2006/main">
            <a:r>
              <a:t>Batas sumber dilampaui: proses ditolak dengan alasan</a:t>
            </a:r>
          </a:p>
          <a:p xmlns:a="http://schemas.openxmlformats.org/drawingml/2006/main">
            <a:r>
              <a:t/>
            </a:r>
          </a:p>
          <a:p xmlns:a="http://schemas.openxmlformats.org/drawingml/2006/main">
            <a:r>
              <a:t>AnalysisSourceService membaca chunk milik proyek dan artikel yang dokumennya berstatus indexed, diurutkan berdasarkan dokumen lalu chunk. Jumlah chunk analisis dibatasi nilai konfigurasi dengan batas keras 1.000. Anggaran total karakter maksimal limit × 1.200; satu chunk tidak boleh melebihi 14.400 karakter. Tidak ada sampling diam-diam ketika batas dilampaui. Batching dan penggabungan hierarkis menjaga ukuran konteks, tetapi proses menambah jumlah request dan kuota. Satu generasi di sini berarti satu pemanggilan structuredChat tingkat aplikasi; validasi JSON dapat melakukan request perbaikan internal.</a:t>
            </a:r>
          </a:p>
          <a:p xmlns:a="http://schemas.openxmlformats.org/drawingml/2006/main">
            <a:r>
              <a:t/>
            </a:r>
          </a:p>
          <a:p xmlns:a="http://schemas.openxmlformats.org/drawingml/2006/main">
            <a:r>
              <a:t>Sumber:</a:t>
            </a:r>
          </a:p>
          <a:p xmlns:a="http://schemas.openxmlformats.org/drawingml/2006/main">
            <a:r>
              <a:t>app/Services/Documents/AnalysisSourceService.php:15</a:t>
            </a:r>
          </a:p>
          <a:p xmlns:a="http://schemas.openxmlformats.org/drawingml/2006/main">
            <a:r>
              <a:t>app/Services/Documents/AnalysisSourceService.php:37</a:t>
            </a:r>
          </a:p>
          <a:p xmlns:a="http://schemas.openxmlformats.org/drawingml/2006/main">
            <a:r>
              <a:t>app/Agents/AnalysisAgent.php:85</a:t>
            </a:r>
          </a:p>
          <a:p xmlns:a="http://schemas.openxmlformats.org/drawingml/2006/main">
            <a:r>
              <a:t>app/Agents/AnalysisAgent.php:141</a:t>
            </a:r>
          </a:p>
          <a:p xmlns:a="http://schemas.openxmlformats.org/drawingml/2006/main">
            <a:r>
              <a:t/>
            </a:r>
          </a:p>
          <a:p xmlns:a="http://schemas.openxmlformats.org/drawingml/2006/main">
            <a:r>
              <a:t>-----</a:t>
            </a:r>
          </a:p>
          <a:p xmlns:a="http://schemas.openxmlformats.org/drawingml/2006/main">
            <a:r>
              <a:t/>
            </a:r>
          </a:p>
          <a:p xmlns:a="http://schemas.openxmlformats.org/drawingml/2006/main">
            <a:r>
              <a:t>Checkpoint mencegah pekerjaan berulang</a:t>
            </a:r>
          </a:p>
          <a:p xmlns:a="http://schemas.openxmlformats.org/drawingml/2006/main">
            <a:r>
              <a:t/>
            </a:r>
          </a:p>
          <a:p xmlns:a="http://schemas.openxmlformats.org/drawingml/2006/main">
            <a:r>
              <a:t>Batch dan hasil penggabungan disimpan di agent_steps</a:t>
            </a:r>
          </a:p>
          <a:p xmlns:a="http://schemas.openxmlformats.org/drawingml/2006/main">
            <a:r>
              <a:t>Tanda tangan sumber membedakan input yang berubah</a:t>
            </a:r>
          </a:p>
          <a:p xmlns:a="http://schemas.openxmlformats.org/drawingml/2006/main">
            <a:r>
              <a:t>Retry memakai ulang checkpoint yang sudah berhasil</a:t>
            </a:r>
          </a:p>
          <a:p xmlns:a="http://schemas.openxmlformats.org/drawingml/2006/main">
            <a:r>
              <a:t>Kelanjutan analisis dijadwalkan sebagai job berikutnya</a:t>
            </a:r>
          </a:p>
          <a:p xmlns:a="http://schemas.openxmlformats.org/drawingml/2006/main">
            <a:r>
              <a:t>Pembatalan diperiksa kembali sebelum hasil disimpan</a:t>
            </a:r>
          </a:p>
          <a:p xmlns:a="http://schemas.openxmlformats.org/drawingml/2006/main">
            <a:r>
              <a:t/>
            </a:r>
          </a:p>
          <a:p xmlns:a="http://schemas.openxmlformats.org/drawingml/2006/main">
            <a:r>
              <a:t>Checkpoint memuat run, paper, indeks batch atau tingkat merge, dan hash sumber. Hash mencakup metadata efektif, abstrak, serta chunk. Keluaran tahap yang selesai dapat dipakai ulang. Ketika satu generasi baru sudah dibuat, agen melempar AnalysisPendingException untuk menjadwalkan kelanjutan; orkestrator mengembalikan tahap ke pending tanpa menganggapnya gagal atau menambah retry. Penulisan checkpoint dan analisis akhir dilakukan dalam transaksi dengan urutan kunci project lalu run, serta pemeriksaan status cancelled.</a:t>
            </a:r>
          </a:p>
          <a:p xmlns:a="http://schemas.openxmlformats.org/drawingml/2006/main">
            <a:r>
              <a:t/>
            </a:r>
          </a:p>
          <a:p xmlns:a="http://schemas.openxmlformats.org/drawingml/2006/main">
            <a:r>
              <a:t>Sumber:</a:t>
            </a:r>
          </a:p>
          <a:p xmlns:a="http://schemas.openxmlformats.org/drawingml/2006/main">
            <a:r>
              <a:t>app/Agents/AnalysisAgent.php:60</a:t>
            </a:r>
          </a:p>
          <a:p xmlns:a="http://schemas.openxmlformats.org/drawingml/2006/main">
            <a:r>
              <a:t>app/Agents/AnalysisAgent.php:72</a:t>
            </a:r>
          </a:p>
          <a:p xmlns:a="http://schemas.openxmlformats.org/drawingml/2006/main">
            <a:r>
              <a:t>app/Agents/AnalysisAgent.php:141</a:t>
            </a:r>
          </a:p>
          <a:p xmlns:a="http://schemas.openxmlformats.org/drawingml/2006/main">
            <a:r>
              <a:t>app/Services/AI/AgentOrchestrator.php:106</a:t>
            </a:r>
          </a:p>
          <a:p xmlns:a="http://schemas.openxmlformats.org/drawingml/2006/main">
            <a:r>
              <a:t/>
            </a:r>
          </a:p>
          <a:p xmlns:a="http://schemas.openxmlformats.org/drawingml/2006/main">
            <a:r>
              <a:t>-----</a:t>
            </a:r>
          </a:p>
          <a:p xmlns:a="http://schemas.openxmlformats.org/drawingml/2006/main">
            <a:r>
              <a:t/>
            </a:r>
          </a:p>
          <a:p xmlns:a="http://schemas.openxmlformats.org/drawingml/2006/main">
            <a:r>
              <a:t>Contoh analisis artikel panjang</a:t>
            </a:r>
          </a:p>
          <a:p xmlns:a="http://schemas.openxmlformats.org/drawingml/2006/main">
            <a:r>
              <a:t/>
            </a:r>
          </a:p>
          <a:p xmlns:a="http://schemas.openxmlformats.org/drawingml/2006/main">
            <a:r>
              <a:t>Langkah / Contoh 49 chunk / Keterangan</a:t>
            </a:r>
          </a:p>
          <a:p xmlns:a="http://schemas.openxmlformats.org/drawingml/2006/main">
            <a:r>
              <a:t>Ekstraksi / 5 batch / 12, 12, 12, 12, dan 1 chunk</a:t>
            </a:r>
          </a:p>
          <a:p xmlns:a="http://schemas.openxmlformats.org/drawingml/2006/main">
            <a:r>
              <a:t>Penggabungan awal / 2 ringkasan gabungan / Kelompok berisi paling banyak 3 bagian</a:t>
            </a:r>
          </a:p>
          <a:p xmlns:a="http://schemas.openxmlformats.org/drawingml/2006/main">
            <a:r>
              <a:t>Penggabungan akhir / 1 hasil artikel / Gabungkan dua ringkasan</a:t>
            </a:r>
          </a:p>
          <a:p xmlns:a="http://schemas.openxmlformats.org/drawingml/2006/main">
            <a:r>
              <a:t>Total generasi / 8 tahap tersimpan / 5 ekstraksi dan 3 penggabungan</a:t>
            </a:r>
          </a:p>
          <a:p xmlns:a="http://schemas.openxmlformats.org/drawingml/2006/main">
            <a:r>
              <a:t>Cakupan / 49 dari 49 chunk / Jumlah sumber dan jumlah teranalisis</a:t>
            </a:r>
          </a:p>
          <a:p xmlns:a="http://schemas.openxmlformats.org/drawingml/2006/main">
            <a:r>
              <a:t/>
            </a:r>
          </a:p>
          <a:p xmlns:a="http://schemas.openxmlformats.org/drawingml/2006/main">
            <a:r>
              <a:t>Ilustrasi deterministik mengambil skenario DeepAnalysisTest, bukan durasi atau biaya gateway nyata. Setiap batch juga dibatasi 14.400 karakter, sehingga teks yang panjang dapat menambah jumlah batch. Satu pemanggilan structuredChat per eksekusi analisis dapat menjalankan perbaikan JSON internal. Karena itu, delapan tahap tidak selalu sama dengan delapan request HTTP. Sumber: tests/Feature/DeepAnalysisTest.php, AnalysisAgent.php.</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workflow</a:t>
            </a:r>
          </a:p>
          <a:p xmlns:a="http://schemas.openxmlformats.org/drawingml/2006/main">
            <a:r>
              <a:t/>
            </a:r>
          </a:p>
          <a:p xmlns:a="http://schemas.openxmlformats.org/drawingml/2006/main">
            <a:r>
              <a:t>Status / tahap / Makna</a:t>
            </a:r>
          </a:p>
          <a:p xmlns:a="http://schemas.openxmlformats.org/drawingml/2006/main">
            <a:r>
              <a:t>planning dan discovering / Rencana dan kandidat sumber</a:t>
            </a:r>
          </a:p>
          <a:p xmlns:a="http://schemas.openxmlformats.org/drawingml/2006/main">
            <a:r>
              <a:t>awaiting_paper_selection / Pengguna menentukan artikel</a:t>
            </a:r>
          </a:p>
          <a:p xmlns:a="http://schemas.openxmlformats.org/drawingml/2006/main">
            <a:r>
              <a:t>analyzing dan synthesizing / Analisis artikel dan pola bersama</a:t>
            </a:r>
          </a:p>
          <a:p xmlns:a="http://schemas.openxmlformats.org/drawingml/2006/main">
            <a:r>
              <a:t>identifying_gaps dan verifying / Kandidat celah dan pemeriksaan bukti</a:t>
            </a:r>
          </a:p>
          <a:p xmlns:a="http://schemas.openxmlformats.org/drawingml/2006/main">
            <a:r>
              <a:t>awaiting_approval / Hasil menunggu tinjauan pengguna</a:t>
            </a:r>
          </a:p>
          <a:p xmlns:a="http://schemas.openxmlformats.org/drawingml/2006/main">
            <a:r>
              <a:t>completed / failed / cancelled / Selesai, gagal, atau dibatalkan</a:t>
            </a:r>
          </a:p>
          <a:p xmlns:a="http://schemas.openxmlformats.org/drawingml/2006/main">
            <a:r>
              <a:t/>
            </a:r>
          </a:p>
          <a:p xmlns:a="http://schemas.openxmlformats.org/drawingml/2006/main">
            <a:r>
              <a:t>Daftar stage aktif ditetapkan pada WorkflowStateManager::STAGES. Run baru dimulai pending dengan current_stage planning, tool_call_count nol, revision_count nol, dan snapshot judul/pertanyaan/mode proyek. Verifikasi dapat meminta revisi kembali ke sintesis dengan batas min(2, AI_MAX_RETRIES). Jika batas tercapai, state menyimpan revision_limit_reached agar masalah tersisa tetap terlihat sebelum persetujuan. Status gagal mempertahankan tahap tersimpan untuk resume, sementara checkpoint pemilihan dan approval memerlukan tindakan pengguna.</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a:t>
            </a:r>
          </a:p>
          <a:p xmlns:a="http://schemas.openxmlformats.org/drawingml/2006/main">
            <a:r>
              <a:t/>
            </a:r>
          </a:p>
          <a:p xmlns:a="http://schemas.openxmlformats.org/drawingml/2006/main">
            <a:r>
              <a:t>Pengguna tetap memegang dua keputusan utama</a:t>
            </a:r>
          </a:p>
          <a:p xmlns:a="http://schemas.openxmlformats.org/drawingml/2006/main">
            <a:r>
              <a:t/>
            </a:r>
          </a:p>
          <a:p xmlns:a="http://schemas.openxmlformats.org/drawingml/2006/main">
            <a:r>
              <a:t>Memilih artikel yang benar-benar dianalisis</a:t>
            </a:r>
          </a:p>
          <a:p xmlns:a="http://schemas.openxmlformats.org/drawingml/2006/main">
            <a:r>
              <a:t>Meninjau bukti, metadata, dan kandidat celah</a:t>
            </a:r>
          </a:p>
          <a:p xmlns:a="http://schemas.openxmlformats.org/drawingml/2006/main">
            <a:r>
              <a:t>Menyetujui hasil setelah tahap verifikasi</a:t>
            </a:r>
          </a:p>
          <a:p xmlns:a="http://schemas.openxmlformats.org/drawingml/2006/main">
            <a:r>
              <a:t>Dapat melanjutkan kegagalan atau membatalkan run</a:t>
            </a:r>
          </a:p>
          <a:p xmlns:a="http://schemas.openxmlformats.org/drawingml/2006/main">
            <a:r>
              <a:t>Koleksi dan pengaturan terkunci selama run aktif</a:t>
            </a:r>
          </a:p>
          <a:p xmlns:a="http://schemas.openxmlformats.org/drawingml/2006/main">
            <a:r>
              <a:t/>
            </a:r>
          </a:p>
          <a:p xmlns:a="http://schemas.openxmlformats.org/drawingml/2006/main">
            <a:r>
              <a:t>Pemilihan artikel hanya tersedia pada awaiting_paper_selection. Sistem menghapus duplikasi ID, memastikan seluruh ID milik proyek, dan membatasi jumlahnya sesuai target proyek serta AI_MAX_PAPERS. Approval hanya dapat dilakukan dari awaiting_approval dan menandai run completed. Memulai run baru ditolak jika run sebelumnya belum completed/cancelled atau PDF masih pending/queued/processing. Penyuntingan koleksi, metadata, dan pengaturan dijaga agar konteks run tidak berubah di tengah pemrosesan. Persetujuan adalah keputusan pengguna, bukan sertifikasi akademik.</a:t>
            </a:r>
          </a:p>
          <a:p xmlns:a="http://schemas.openxmlformats.org/drawingml/2006/main">
            <a:r>
              <a:t/>
            </a:r>
          </a:p>
          <a:p xmlns:a="http://schemas.openxmlformats.org/drawingml/2006/main">
            <a:r>
              <a:t>Sumber:</a:t>
            </a:r>
          </a:p>
          <a:p xmlns:a="http://schemas.openxmlformats.org/drawingml/2006/main">
            <a:r>
              <a:t>app/Services/AI/WorkflowStateManager.php:16</a:t>
            </a:r>
          </a:p>
          <a:p xmlns:a="http://schemas.openxmlformats.org/drawingml/2006/main">
            <a:r>
              <a:t>app/Services/AI/WorkflowStateManager.php:53</a:t>
            </a:r>
          </a:p>
          <a:p xmlns:a="http://schemas.openxmlformats.org/drawingml/2006/main">
            <a:r>
              <a:t>app/Services/AI/WorkflowStateManager.php:79</a:t>
            </a:r>
          </a:p>
          <a:p xmlns:a="http://schemas.openxmlformats.org/drawingml/2006/main">
            <a:r>
              <a:t>app/Http/Controllers/LiteratureController.php:71</a:t>
            </a:r>
          </a:p>
          <a:p xmlns:a="http://schemas.openxmlformats.org/drawingml/2006/main">
            <a:r>
              <a:t/>
            </a:r>
          </a:p>
          <a:p xmlns:a="http://schemas.openxmlformats.org/drawingml/2006/main">
            <a:r>
              <a:t>-----</a:t>
            </a:r>
          </a:p>
          <a:p xmlns:a="http://schemas.openxmlformats.org/drawingml/2006/main">
            <a:r>
              <a:t/>
            </a:r>
          </a:p>
          <a:p xmlns:a="http://schemas.openxmlformats.org/drawingml/2006/main">
            <a:r>
              <a:t>Antrean, kegagalan, dan pemulihan</a:t>
            </a:r>
          </a:p>
          <a:p xmlns:a="http://schemas.openxmlformats.org/drawingml/2006/main">
            <a:r>
              <a:t/>
            </a:r>
          </a:p>
          <a:p xmlns:a="http://schemas.openxmlformats.org/drawingml/2006/main">
            <a:r>
              <a:t>Workflow dijalankan melalui worker database queue</a:t>
            </a:r>
          </a:p>
          <a:p xmlns:a="http://schemas.openxmlformats.org/drawingml/2006/main">
            <a:r>
              <a:t>Job workflow: 3 percobaan, backoff 10/60 detik</a:t>
            </a:r>
          </a:p>
          <a:p xmlns:a="http://schemas.openxmlformats.org/drawingml/2006/main">
            <a:r>
              <a:t>Timeout job workflow 1.800 detik</a:t>
            </a:r>
          </a:p>
          <a:p xmlns:a="http://schemas.openxmlformats.org/drawingml/2006/main">
            <a:r>
              <a:t>JSON tidak valid dapat diperbaiki secara terbatas</a:t>
            </a:r>
          </a:p>
          <a:p xmlns:a="http://schemas.openxmlformats.org/drawingml/2006/main">
            <a:r>
              <a:t>Kegagalan disimpan, hasil palsu tidak dibuat</a:t>
            </a:r>
          </a:p>
          <a:p xmlns:a="http://schemas.openxmlformats.org/drawingml/2006/main">
            <a:r>
              <a:t/>
            </a:r>
          </a:p>
          <a:p xmlns:a="http://schemas.openxmlformats.org/drawingml/2006/main">
            <a:r>
              <a:t/>
            </a:r>
          </a:p>
          <a:p xmlns:a="http://schemas.openxmlformats.org/drawingml/2006/main">
            <a:r>
              <a:t>Sumber:</a:t>
            </a:r>
          </a:p>
          <a:p xmlns:a="http://schemas.openxmlformats.org/drawingml/2006/main">
            <a:r>
              <a:t>app/Jobs/RunResearchWorkflow.php:15</a:t>
            </a:r>
          </a:p>
          <a:p xmlns:a="http://schemas.openxmlformats.org/drawingml/2006/main">
            <a:r>
              <a:t>config/queue.php:39</a:t>
            </a:r>
          </a:p>
          <a:p xmlns:a="http://schemas.openxmlformats.org/drawingml/2006/main">
            <a:r>
              <a:t>app/Services/AI/AgentOrchestrator.php:23</a:t>
            </a:r>
          </a:p>
          <a:p xmlns:a="http://schemas.openxmlformats.org/drawingml/2006/main">
            <a:r>
              <a:t>app/Services/AI/SenopatiService.php:94</a:t>
            </a:r>
          </a:p>
          <a:p xmlns:a="http://schemas.openxmlformats.org/drawingml/2006/main">
            <a:r>
              <a:t>app/Services/AI/SenopatiService.php:213</a:t>
            </a:r>
          </a:p>
          <a:p xmlns:a="http://schemas.openxmlformats.org/drawingml/2006/main">
            <a:r>
              <a:t>README.md:85</a:t>
            </a:r>
          </a:p>
          <a:p xmlns:a="http://schemas.openxmlformats.org/drawingml/2006/main">
            <a:r>
              <a:t/>
            </a:r>
          </a:p>
          <a:p xmlns:a="http://schemas.openxmlformats.org/drawingml/2006/main">
            <a:r>
              <a:t>-----</a:t>
            </a:r>
          </a:p>
          <a:p xmlns:a="http://schemas.openxmlformats.org/drawingml/2006/main">
            <a:r>
              <a:t/>
            </a:r>
          </a:p>
          <a:p xmlns:a="http://schemas.openxmlformats.org/drawingml/2006/main">
            <a:r>
              <a:t>Integritas data saat proses berjalan</a:t>
            </a:r>
          </a:p>
          <a:p xmlns:a="http://schemas.openxmlformats.org/drawingml/2006/main">
            <a:r>
              <a:t/>
            </a:r>
          </a:p>
          <a:p xmlns:a="http://schemas.openxmlformats.org/drawingml/2006/main">
            <a:r>
              <a:t>Satu alur belum selesai per proyek</a:t>
            </a:r>
          </a:p>
          <a:p xmlns:a="http://schemas.openxmlformats.org/drawingml/2006/main">
            <a:r>
              <a:t>Perubahan sumber ditolak selama workflow aktif</a:t>
            </a:r>
          </a:p>
          <a:p xmlns:a="http://schemas.openxmlformats.org/drawingml/2006/main">
            <a:r>
              <a:t>Transaksi dan row lock menjaga urutan penulisan</a:t>
            </a:r>
          </a:p>
          <a:p xmlns:a="http://schemas.openxmlformats.org/drawingml/2006/main">
            <a:r>
              <a:t>Analisis tiap run disimpan terpisah</a:t>
            </a:r>
          </a:p>
          <a:p xmlns:a="http://schemas.openxmlformats.org/drawingml/2006/main">
            <a:r>
              <a:t>Penggantian indeks tidak meninggalkan vector campuran</a:t>
            </a:r>
          </a:p>
          <a:p xmlns:a="http://schemas.openxmlformats.org/drawingml/2006/main">
            <a:r>
              <a:t/>
            </a:r>
          </a:p>
          <a:p xmlns:a="http://schemas.openxmlformats.org/drawingml/2006/main">
            <a:r>
              <a:t>start() mengunci proyek dan memeriksa run yang belum completed/cancelled. Alur tidak dimulai ketika PDF masih menunggu proses. Upload/delete/reindex dan edit metadata melakukan pemeriksaan run aktif. Penyimpanan hasil memakai urutan project lalu run untuk mengurangi perlombaan dengan pembatalan. AgentOrchestrator menggunakan advisory lock pada PostgreSQL agar satu run tidak diproses oleh worker ganda. Migrasi run_id mempertahankan data lama dan merekonstruksi analisis per run dari bukti state/checkpoint yang tersedia; rollback menolak kondisi yang akan menghilangkan riwayat ganda.</a:t>
            </a:r>
          </a:p>
          <a:p xmlns:a="http://schemas.openxmlformats.org/drawingml/2006/main">
            <a:r>
              <a:t/>
            </a:r>
          </a:p>
          <a:p xmlns:a="http://schemas.openxmlformats.org/drawingml/2006/main">
            <a:r>
              <a:t>Sumber:</a:t>
            </a:r>
          </a:p>
          <a:p xmlns:a="http://schemas.openxmlformats.org/drawingml/2006/main">
            <a:r>
              <a:t>app/Services/AI/WorkflowStateManager.php:16</a:t>
            </a:r>
          </a:p>
          <a:p xmlns:a="http://schemas.openxmlformats.org/drawingml/2006/main">
            <a:r>
              <a:t>app/Services/AI/AgentOrchestrator.php:23</a:t>
            </a:r>
          </a:p>
          <a:p xmlns:a="http://schemas.openxmlformats.org/drawingml/2006/main">
            <a:r>
              <a:t>app/Agents/AnalysisAgent.php:115</a:t>
            </a:r>
          </a:p>
          <a:p xmlns:a="http://schemas.openxmlformats.org/drawingml/2006/main">
            <a:r>
              <a:t>app/Services/Documents/EmbeddingService.php:67</a:t>
            </a:r>
          </a:p>
          <a:p xmlns:a="http://schemas.openxmlformats.org/drawingml/2006/main">
            <a:r>
              <a:t>database/migrations/2026_10_14_000001_add_run_id_to_paper_analyses.php:1</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Percakapan berbasis sumber</a:t>
            </a:r>
          </a:p>
          <a:p xmlns:a="http://schemas.openxmlformats.org/drawingml/2006/main">
            <a:r>
              <a:t/>
            </a:r>
          </a:p>
          <a:p xmlns:a="http://schemas.openxmlformats.org/drawingml/2006/main">
            <a:r>
              <a:t>Ajukan pertanyaan tentang metode, temuan, atau keterbatasan PDF proyek.</a:t>
            </a:r>
          </a:p>
          <a:p xmlns:a="http://schemas.openxmlformats.org/drawingml/2006/main">
            <a:r>
              <a:t>Jawaban memakai retrieval sebelum inferensi AI.</a:t>
            </a:r>
          </a:p>
          <a:p xmlns:a="http://schemas.openxmlformats.org/drawingml/2006/main">
            <a:r>
              <a:t>Tautan sumber mengarah ke chunk dan halaman dokumen.</a:t>
            </a:r>
          </a:p>
          <a:p xmlns:a="http://schemas.openxmlformats.org/drawingml/2006/main">
            <a:r>
              <a:t>Buka Potongan teks sumber, lalu cocokkan dengan PDF asli.</a:t>
            </a:r>
          </a:p>
          <a:p xmlns:a="http://schemas.openxmlformats.org/drawingml/2006/main">
            <a:r>
              <a:t/>
            </a:r>
          </a:p>
          <a:p xmlns:a="http://schemas.openxmlformats.org/drawingml/2006/main">
            <a:r>
              <a:t>Contoh: Apa perbedaan metode penelitian dalam sumber yang saya unggah?</a:t>
            </a:r>
          </a:p>
          <a:p xmlns:a="http://schemas.openxmlformats.org/drawingml/2006/main">
            <a:r>
              <a:t/>
            </a:r>
          </a:p>
          <a:p xmlns:a="http://schemas.openxmlformats.org/drawingml/2006/main">
            <a:r>
              <a:t>Teks kutipan disalin server dari chunk yang sah; model tidak bebas menentukan ID sumber di luar retrieval. Tetap bedakan sumber yang sah dengan kesimpulan yang sah: kecocokan teks tidak memastikan atribusi benar. Jika indeks diubah, sumber historis dapat ditandai perlu tinjauan dan tautan yang tidak valid disembunyikan. Mengirim pertanyaan baru memakai kuota; untuk screenshot gunakan percakapan yang sudah tersedia.</a:t>
            </a:r>
          </a:p>
          <a:p xmlns:a="http://schemas.openxmlformats.org/drawingml/2006/main">
            <a:r>
              <a:t/>
            </a:r>
          </a:p>
          <a:p xmlns:a="http://schemas.openxmlformats.org/drawingml/2006/main">
            <a:r>
              <a:t>Sumber:</a:t>
            </a:r>
          </a:p>
          <a:p xmlns:a="http://schemas.openxmlformats.org/drawingml/2006/main">
            <a:r>
              <a:t>resources/views/chat/index.blade.php:2</a:t>
            </a:r>
          </a:p>
          <a:p xmlns:a="http://schemas.openxmlformats.org/drawingml/2006/main">
            <a:r>
              <a:t>resources/views/chat/index.blade.php:3</a:t>
            </a:r>
          </a:p>
          <a:p xmlns:a="http://schemas.openxmlformats.org/drawingml/2006/main">
            <a:r>
              <a:t>resources/views/chat/index.blade.php:5</a:t>
            </a:r>
          </a:p>
          <a:p xmlns:a="http://schemas.openxmlformats.org/drawingml/2006/main">
            <a:r>
              <a:t>resources/views/research/evidence.blade.php:1</a:t>
            </a:r>
          </a:p>
          <a:p xmlns:a="http://schemas.openxmlformats.org/drawingml/2006/main">
            <a:r>
              <a:t>README.md:201</a:t>
            </a:r>
          </a:p>
          <a:p xmlns:a="http://schemas.openxmlformats.org/drawingml/2006/main">
            <a:r>
              <a:t/>
            </a:r>
          </a:p>
          <a:p xmlns:a="http://schemas.openxmlformats.org/drawingml/2006/main">
            <a:r>
              <a:t>-----</a:t>
            </a:r>
          </a:p>
          <a:p xmlns:a="http://schemas.openxmlformats.org/drawingml/2006/main">
            <a:r>
              <a:t/>
            </a:r>
          </a:p>
          <a:p xmlns:a="http://schemas.openxmlformats.org/drawingml/2006/main">
            <a:r>
              <a:t>RAG: jawaban dari sumber proyek</a:t>
            </a:r>
          </a:p>
          <a:p xmlns:a="http://schemas.openxmlformats.org/drawingml/2006/main">
            <a:r>
              <a:t/>
            </a:r>
          </a:p>
          <a:p xmlns:a="http://schemas.openxmlformats.org/drawingml/2006/main">
            <a:r>
              <a:t>Pertanyaan diubah menjadi embedding melalui Senopati</a:t>
            </a:r>
          </a:p>
          <a:p xmlns:a="http://schemas.openxmlformats.org/drawingml/2006/main">
            <a:r>
              <a:t>Filter proyek, status indexed, model, dan dimensi</a:t>
            </a:r>
          </a:p>
          <a:p xmlns:a="http://schemas.openxmlformats.org/drawingml/2006/main">
            <a:r>
              <a:t>Default enam potongan sumber paling relevan</a:t>
            </a:r>
          </a:p>
          <a:p xmlns:a="http://schemas.openxmlformats.org/drawingml/2006/main">
            <a:r>
              <a:t>Model menjawab dengan ID sumber yang tersedia</a:t>
            </a:r>
          </a:p>
          <a:p xmlns:a="http://schemas.openxmlformats.org/drawingml/2006/main">
            <a:r>
              <a:t/>
            </a:r>
          </a:p>
          <a:p xmlns:a="http://schemas.openxmlformats.org/drawingml/2006/main">
            <a:r>
              <a:t/>
            </a:r>
          </a:p>
          <a:p xmlns:a="http://schemas.openxmlformats.org/drawingml/2006/main">
            <a:r>
              <a:t>Sumber:</a:t>
            </a:r>
          </a:p>
          <a:p xmlns:a="http://schemas.openxmlformats.org/drawingml/2006/main">
            <a:r>
              <a:t>app/Services/Documents/RetrievalService.php:15</a:t>
            </a:r>
          </a:p>
          <a:p xmlns:a="http://schemas.openxmlformats.org/drawingml/2006/main">
            <a:r>
              <a:t>app/Services/Documents/VectorSearchService.php:18</a:t>
            </a:r>
          </a:p>
          <a:p xmlns:a="http://schemas.openxmlformats.org/drawingml/2006/main">
            <a:r>
              <a:t>config/ai.php:16</a:t>
            </a:r>
          </a:p>
          <a:p xmlns:a="http://schemas.openxmlformats.org/drawingml/2006/main">
            <a:r>
              <a:t>app/Jobs/AnswerResearchQuestion.php:50</a:t>
            </a:r>
          </a:p>
          <a:p xmlns:a="http://schemas.openxmlformats.org/drawingml/2006/main">
            <a:r>
              <a:t/>
            </a:r>
          </a:p>
          <a:p xmlns:a="http://schemas.openxmlformats.org/drawingml/2006/main">
            <a:r>
              <a:t>-----</a:t>
            </a:r>
          </a:p>
          <a:p xmlns:a="http://schemas.openxmlformats.org/drawingml/2006/main">
            <a:r>
              <a:t/>
            </a:r>
          </a:p>
          <a:p xmlns:a="http://schemas.openxmlformats.org/drawingml/2006/main">
            <a:r>
              <a:t>Kutipan dipertahankan sebagai bukti yang terlacak</a:t>
            </a:r>
          </a:p>
          <a:p xmlns:a="http://schemas.openxmlformats.org/drawingml/2006/main">
            <a:r>
              <a:t/>
            </a:r>
          </a:p>
          <a:p xmlns:a="http://schemas.openxmlformats.org/drawingml/2006/main">
            <a:r>
              <a:t>Chat menerima hanya chunk_id dari retrieval</a:t>
            </a:r>
          </a:p>
          <a:p xmlns:a="http://schemas.openxmlformats.org/drawingml/2006/main">
            <a:r>
              <a:t>Server menyalin kutipan dari teks asli</a:t>
            </a:r>
          </a:p>
          <a:p xmlns:a="http://schemas.openxmlformats.org/drawingml/2006/main">
            <a:r>
              <a:t>Analisis memeriksa kecocokan kutipan pada sumber</a:t>
            </a:r>
          </a:p>
          <a:p xmlns:a="http://schemas.openxmlformats.org/drawingml/2006/main">
            <a:r>
              <a:t>Sumber diperiksa ulang sebelum jawaban disimpan</a:t>
            </a:r>
          </a:p>
          <a:p xmlns:a="http://schemas.openxmlformats.org/drawingml/2006/main">
            <a:r>
              <a:t>Reindex menandai referensi lama untuk tinjauan</a:t>
            </a:r>
          </a:p>
          <a:p xmlns:a="http://schemas.openxmlformats.org/drawingml/2006/main">
            <a:r>
              <a:t/>
            </a:r>
          </a:p>
          <a:p xmlns:a="http://schemas.openxmlformats.org/drawingml/2006/main">
            <a:r>
              <a:t>Pada chat, model tidak diminta menyalin teks kutipan; ia hanya memilih ID potongan. Server menolak ID yang tidak ada dalam evidence_data dan menolak status supported tanpa rujukan. Di dalam transaksi, sumber dibandingkan kembali pada isi, document_id, paper_id, page_number, kepemilikan proyek, dan status indexed. Jika berubah saat inferensi, proses gagal dengan pesan jelas. Analisis dan klaim memakai verifyEvidence untuk memeriksa kecocokan teks setelah normalisasi spasi serta scope proyek. Kutipan yang cocok secara tekstual tidak otomatis membenarkan penafsiran atau atribusi temuan.</a:t>
            </a:r>
          </a:p>
          <a:p xmlns:a="http://schemas.openxmlformats.org/drawingml/2006/main">
            <a:r>
              <a:t/>
            </a:r>
          </a:p>
          <a:p xmlns:a="http://schemas.openxmlformats.org/drawingml/2006/main">
            <a:r>
              <a:t>Sumber:</a:t>
            </a:r>
          </a:p>
          <a:p xmlns:a="http://schemas.openxmlformats.org/drawingml/2006/main">
            <a:r>
              <a:t>app/Jobs/AnswerResearchQuestion.php:65</a:t>
            </a:r>
          </a:p>
          <a:p xmlns:a="http://schemas.openxmlformats.org/drawingml/2006/main">
            <a:r>
              <a:t>app/Jobs/AnswerResearchQuestion.php:77</a:t>
            </a:r>
          </a:p>
          <a:p xmlns:a="http://schemas.openxmlformats.org/drawingml/2006/main">
            <a:r>
              <a:t>app/Services/AI/ToolRegistry.php:150</a:t>
            </a:r>
          </a:p>
          <a:p xmlns:a="http://schemas.openxmlformats.org/drawingml/2006/main">
            <a:r>
              <a:t>app/Services/Documents/EvidenceInvalidationService.php:1</a:t>
            </a:r>
          </a:p>
          <a:p xmlns:a="http://schemas.openxmlformats.org/drawingml/2006/main">
            <a:r>
              <a:t/>
            </a:r>
          </a:p>
          <a:p xmlns:a="http://schemas.openxmlformats.org/drawingml/2006/main">
            <a:r>
              <a:t>-----</a:t>
            </a:r>
          </a:p>
          <a:p xmlns:a="http://schemas.openxmlformats.org/drawingml/2006/main">
            <a:r>
              <a:t/>
            </a:r>
          </a:p>
          <a:p xmlns:a="http://schemas.openxmlformats.org/drawingml/2006/main">
            <a:r>
              <a:t>Analisis artikel dan percakapan RAG</a:t>
            </a:r>
          </a:p>
          <a:p xmlns:a="http://schemas.openxmlformats.org/drawingml/2006/main">
            <a:r>
              <a:t/>
            </a:r>
          </a:p>
          <a:p xmlns:a="http://schemas.openxmlformats.org/drawingml/2006/main">
            <a:r>
              <a:t>Aspek / Analisis artikel / Chat RAG</a:t>
            </a:r>
          </a:p>
          <a:p xmlns:a="http://schemas.openxmlformats.org/drawingml/2006/main">
            <a:r>
              <a:t>Tujuan / Profil penelitian dan sintesis / Menjawab pertanyaan pengguna</a:t>
            </a:r>
          </a:p>
          <a:p xmlns:a="http://schemas.openxmlformats.org/drawingml/2006/main">
            <a:r>
              <a:t>Sumber / Seluruh teks yang terindeks / Chunk paling relevan</a:t>
            </a:r>
          </a:p>
          <a:p xmlns:a="http://schemas.openxmlformats.org/drawingml/2006/main">
            <a:r>
              <a:t>Pemrosesan / Batch dan gabungan bertahap / Embedding pertanyaan dan cosine</a:t>
            </a:r>
          </a:p>
          <a:p xmlns:a="http://schemas.openxmlformats.org/drawingml/2006/main">
            <a:r>
              <a:t>Kutipan / Validasi kutipan pada sumber / ID retrieval dan teks chunk asli</a:t>
            </a:r>
          </a:p>
          <a:p xmlns:a="http://schemas.openxmlformats.org/drawingml/2006/main">
            <a:r>
              <a:t>Batas / Ringkasan dapat melewatkan detail / Retrieval dapat melewatkan sumber</a:t>
            </a:r>
          </a:p>
          <a:p xmlns:a="http://schemas.openxmlformats.org/drawingml/2006/main">
            <a:r>
              <a:t/>
            </a:r>
          </a:p>
          <a:p xmlns:a="http://schemas.openxmlformats.org/drawingml/2006/main">
            <a:r>
              <a:t>Kedua jalur memakai sumber proyek dan inferensi Senopati, tetapi cakupan sumber berbeda. AnalysisAgent membaca seluruh chunk dalam batas yang diizinkan. Chat default mengambil enam sumber yang cocok proyek, model, dimensi, dan status indeks.</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a:p xmlns:a="http://schemas.openxmlformats.org/drawingml/2006/main">
            <a:r>
              <a:t/>
            </a:r>
          </a:p>
          <a:p xmlns:a="http://schemas.openxmlformats.org/drawingml/2006/main">
            <a:r>
              <a:t>Retrieval revisi: aplikasi menggabungkan topic, research_question, keywords, dan pertanyaan pengguna sebelum membuat embedding query. Qdrant menjalankan pencarian cosine dengan filter project_id, model embedding, dan dimensi. PostgreSQL tetap menjadi sumber data chunk dan otorisasi. Retrieval memeriksa kembali kepemilikan proyek, status indeks, model, dan dimensi sebelum memberikan sumber ke model. Indeks perlu dibangun ulang setelah perubahan model. Rujukan: VectorSearchService, RetrievalService, EmbeddingService, dan perintah reindex.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Matriks perbandingan literatur</a:t>
            </a:r>
          </a:p>
          <a:p xmlns:a="http://schemas.openxmlformats.org/drawingml/2006/main">
            <a:r>
              <a:t/>
            </a:r>
          </a:p>
          <a:p xmlns:a="http://schemas.openxmlformats.org/drawingml/2006/main">
            <a:r>
              <a:t>Bandingkan tujuan, metode/desain, sampel/variabel, dan temuan.</a:t>
            </a:r>
          </a:p>
          <a:p xmlns:a="http://schemas.openxmlformats.org/drawingml/2006/main">
            <a:r>
              <a:t>Lihat keterbatasan serta status bukti pada setiap artikel.</a:t>
            </a:r>
          </a:p>
          <a:p xmlns:a="http://schemas.openxmlformats.org/drawingml/2006/main">
            <a:r>
              <a:t>Cari judul, metode, atau temuan, lalu urutkan judul atau tahun.</a:t>
            </a:r>
          </a:p>
          <a:p xmlns:a="http://schemas.openxmlformats.org/drawingml/2006/main">
            <a:r>
              <a:t>Perluas Periksa sumber dan ekstraksi untuk memeriksa bukti.</a:t>
            </a:r>
          </a:p>
          <a:p xmlns:a="http://schemas.openxmlformats.org/drawingml/2006/main">
            <a:r>
              <a:t/>
            </a:r>
          </a:p>
          <a:p xmlns:a="http://schemas.openxmlformats.org/drawingml/2006/main">
            <a:r>
              <a:t>Field yang tidak didukung sumber dapat tetap bertuliskan Tidak dilaporkan.</a:t>
            </a:r>
          </a:p>
          <a:p xmlns:a="http://schemas.openxmlformats.org/drawingml/2006/main">
            <a:r>
              <a:t/>
            </a:r>
          </a:p>
          <a:p xmlns:a="http://schemas.openxmlformats.org/drawingml/2006/main">
            <a:r>
              <a:t>Tabel memiliki tujuh kolom dan dapat digeser horizontal; screenshot sebaiknya 1600 piksel atau crop area tabel agar isi tetap terbaca. Matriks mengikuti run terbaru dan memakai metadata proyek saat ini. Status full_text menunjukkan akses teks PDF, bukan jaminan interpretasi benar. Run historis yang sedang tampil mungkin memakai sampling 12 chunk lama, sedangkan implementasi baru mengolah seluruh chunk terindeks dalam batas konfigurasi.</a:t>
            </a:r>
          </a:p>
          <a:p xmlns:a="http://schemas.openxmlformats.org/drawingml/2006/main">
            <a:r>
              <a:t/>
            </a:r>
          </a:p>
          <a:p xmlns:a="http://schemas.openxmlformats.org/drawingml/2006/main">
            <a:r>
              <a:t>Sumber:</a:t>
            </a:r>
          </a:p>
          <a:p xmlns:a="http://schemas.openxmlformats.org/drawingml/2006/main">
            <a:r>
              <a:t>resources/views/research/matrix.blade.php:2</a:t>
            </a:r>
          </a:p>
          <a:p xmlns:a="http://schemas.openxmlformats.org/drawingml/2006/main">
            <a:r>
              <a:t>README.md:197</a:t>
            </a:r>
          </a:p>
          <a:p xmlns:a="http://schemas.openxmlformats.org/drawingml/2006/main">
            <a:r>
              <a:t>README.md:201</a:t>
            </a:r>
          </a:p>
          <a:p xmlns:a="http://schemas.openxmlformats.org/drawingml/2006/main">
            <a:r>
              <a:t/>
            </a:r>
          </a:p>
          <a:p xmlns:a="http://schemas.openxmlformats.org/drawingml/2006/main">
            <a:r>
              <a:t>-----</a:t>
            </a:r>
          </a:p>
          <a:p xmlns:a="http://schemas.openxmlformats.org/drawingml/2006/main">
            <a:r>
              <a:t/>
            </a:r>
          </a:p>
          <a:p xmlns:a="http://schemas.openxmlformats.org/drawingml/2006/main">
            <a:r>
              <a:t>Kandidat celah penelitian</a:t>
            </a:r>
          </a:p>
          <a:p xmlns:a="http://schemas.openxmlformats.org/drawingml/2006/main">
            <a:r>
              <a:t/>
            </a:r>
          </a:p>
          <a:p xmlns:a="http://schemas.openxmlformats.org/drawingml/2006/main">
            <a:r>
              <a:t>Kartu memuat kategori, deskripsi, alasan, dan usulan pertanyaan.</a:t>
            </a:r>
          </a:p>
          <a:p xmlns:a="http://schemas.openxmlformats.org/drawingml/2006/main">
            <a:r>
              <a:t>Metodologi yang disarankan membantu merancang langkah berikutnya.</a:t>
            </a:r>
          </a:p>
          <a:p xmlns:a="http://schemas.openxmlformats.org/drawingml/2006/main">
            <a:r>
              <a:t>Buka Lihat bukti pendukung dan batasan untuk meninjau sumber.</a:t>
            </a:r>
          </a:p>
          <a:p xmlns:a="http://schemas.openxmlformats.org/drawingml/2006/main">
            <a:r>
              <a:t>Celah berlaku pada koleksi proyek, bukan seluruh pengetahuan ilmiah.</a:t>
            </a:r>
          </a:p>
          <a:p xmlns:a="http://schemas.openxmlformats.org/drawingml/2006/main">
            <a:r>
              <a:t/>
            </a:r>
          </a:p>
          <a:p xmlns:a="http://schemas.openxmlformats.org/drawingml/2006/main">
            <a:r>
              <a:t>Gunakan istilah kandidat celah secara konsisten. Aplikasi tidak membuktikan kebaruan universal atau memastikan bahwa belum pernah ada penelitian serupa. Kategori dan usulan metode merupakan hasil agen yang masih perlu tinjauan. Keterbatasan koleksi, abstrak saja, metadata, serta potongan teks yang gagal diparsing dapat memengaruhi kandidat yang dihasilkan.</a:t>
            </a:r>
          </a:p>
          <a:p xmlns:a="http://schemas.openxmlformats.org/drawingml/2006/main">
            <a:r>
              <a:t/>
            </a:r>
          </a:p>
          <a:p xmlns:a="http://schemas.openxmlformats.org/drawingml/2006/main">
            <a:r>
              <a:t>Sumber:</a:t>
            </a:r>
          </a:p>
          <a:p xmlns:a="http://schemas.openxmlformats.org/drawingml/2006/main">
            <a:r>
              <a:t>resources/views/research/gaps.blade.php:1</a:t>
            </a:r>
          </a:p>
          <a:p xmlns:a="http://schemas.openxmlformats.org/drawingml/2006/main">
            <a:r>
              <a:t>resources/views/research/gaps.blade.php:3</a:t>
            </a:r>
          </a:p>
          <a:p xmlns:a="http://schemas.openxmlformats.org/drawingml/2006/main">
            <a:r>
              <a:t>README.md:197</a:t>
            </a:r>
          </a:p>
          <a:p xmlns:a="http://schemas.openxmlformats.org/drawingml/2006/main">
            <a:r>
              <a:t/>
            </a:r>
          </a:p>
          <a:p xmlns:a="http://schemas.openxmlformats.org/drawingml/2006/main">
            <a:r>
              <a:t>-----</a:t>
            </a:r>
          </a:p>
          <a:p xmlns:a="http://schemas.openxmlformats.org/drawingml/2006/main">
            <a:r>
              <a:t/>
            </a:r>
          </a:p>
          <a:p xmlns:a="http://schemas.openxmlformats.org/drawingml/2006/main">
            <a:r>
              <a:t>Synthesis: pola lintas penelitian</a:t>
            </a:r>
          </a:p>
          <a:p xmlns:a="http://schemas.openxmlformats.org/drawingml/2006/main">
            <a:r>
              <a:t/>
            </a:r>
          </a:p>
          <a:p xmlns:a="http://schemas.openxmlformats.org/drawingml/2006/main">
            <a:r>
              <a:t>Mengelompokkan topik dan metodologi</a:t>
            </a:r>
          </a:p>
          <a:p xmlns:a="http://schemas.openxmlformats.org/drawingml/2006/main">
            <a:r>
              <a:t>Merangkum temuan yang sejalan</a:t>
            </a:r>
          </a:p>
          <a:p xmlns:a="http://schemas.openxmlformats.org/drawingml/2006/main">
            <a:r>
              <a:t>Menunjukkan temuan yang berbeda</a:t>
            </a:r>
          </a:p>
          <a:p xmlns:a="http://schemas.openxmlformats.org/drawingml/2006/main">
            <a:r>
              <a:t>Menyusun narasi sintesis</a:t>
            </a:r>
          </a:p>
          <a:p xmlns:a="http://schemas.openxmlformats.org/drawingml/2006/main">
            <a:r>
              <a:t>Membentuk klaim beserta referensi sumber</a:t>
            </a:r>
          </a:p>
          <a:p xmlns:a="http://schemas.openxmlformats.org/drawingml/2006/main">
            <a:r>
              <a:t/>
            </a:r>
          </a:p>
          <a:p xmlns:a="http://schemas.openxmlformats.org/drawingml/2006/main">
            <a:r>
              <a:t>Synthesis menerima analisis yang tersimpan dan feedback revisi bila tersedia. Schema berisi common_topics, methodology_groups, consistent_findings, inconsistent_findings, synthesis, dan claims. Tiap klaim mempunyai evidence_references. Orkestrator memvalidasi kembali referensi sebelum menyimpan Claim dan ClaimEvidence. Klaim tanpa bukti valid menjadi unsupported; jika ada referensi invalid status menjadi insufficient_evidence. Dengan begitu narasi dan jejak bukti tidak hanya berada dalam teks bebas.</a:t>
            </a:r>
          </a:p>
          <a:p xmlns:a="http://schemas.openxmlformats.org/drawingml/2006/main">
            <a:r>
              <a:t/>
            </a:r>
          </a:p>
          <a:p xmlns:a="http://schemas.openxmlformats.org/drawingml/2006/main">
            <a:r>
              <a:t>Sumber:</a:t>
            </a:r>
          </a:p>
          <a:p xmlns:a="http://schemas.openxmlformats.org/drawingml/2006/main">
            <a:r>
              <a:t>app/Agents/SynthesisAgent.php:21</a:t>
            </a:r>
          </a:p>
          <a:p xmlns:a="http://schemas.openxmlformats.org/drawingml/2006/main">
            <a:r>
              <a:t>app/Services/AI/AgentOrchestrator.php:162</a:t>
            </a:r>
          </a:p>
          <a:p xmlns:a="http://schemas.openxmlformats.org/drawingml/2006/main">
            <a:r>
              <a:t/>
            </a:r>
          </a:p>
          <a:p xmlns:a="http://schemas.openxmlformats.org/drawingml/2006/main">
            <a:r>
              <a:t>-----</a:t>
            </a:r>
          </a:p>
          <a:p xmlns:a="http://schemas.openxmlformats.org/drawingml/2006/main">
            <a:r>
              <a:t/>
            </a:r>
          </a:p>
          <a:p xmlns:a="http://schemas.openxmlformats.org/drawingml/2006/main">
            <a:r>
              <a:t>ResearchGap: usulan celah penelitian</a:t>
            </a:r>
          </a:p>
          <a:p xmlns:a="http://schemas.openxmlformats.org/drawingml/2006/main">
            <a:r>
              <a:t/>
            </a:r>
          </a:p>
          <a:p xmlns:a="http://schemas.openxmlformats.org/drawingml/2006/main">
            <a:r>
              <a:t>Enam kategori celah penelitian</a:t>
            </a:r>
          </a:p>
          <a:p xmlns:a="http://schemas.openxmlformats.org/drawingml/2006/main">
            <a:r>
              <a:t>Alasan dan artikel pendukung dicantumkan</a:t>
            </a:r>
          </a:p>
          <a:p xmlns:a="http://schemas.openxmlformats.org/drawingml/2006/main">
            <a:r>
              <a:t>Usulan pertanyaan lanjutan</a:t>
            </a:r>
          </a:p>
          <a:p xmlns:a="http://schemas.openxmlformats.org/drawingml/2006/main">
            <a:r>
              <a:t>Metodologi yang disarankan</a:t>
            </a:r>
          </a:p>
          <a:p xmlns:a="http://schemas.openxmlformats.org/drawingml/2006/main">
            <a:r>
              <a:t>Status bukti dan keterbatasan tetap terlihat</a:t>
            </a:r>
          </a:p>
          <a:p xmlns:a="http://schemas.openxmlformats.org/drawingml/2006/main">
            <a:r>
              <a:t/>
            </a:r>
          </a:p>
          <a:p xmlns:a="http://schemas.openxmlformats.org/drawingml/2006/main">
            <a:r>
              <a:t>Kategori yang didukung adalah methodological, population, contextual, theoretical, empirical, dan contradictory. Schema membatasi maksimal 12 kandidat dan mencakup judul, uraian, supporting_paper_ids, evidence_references, rationale, proposed_research_question, suggested_methodology, limitations, dan review_status. Sistem mencocokkan artikel pendukung dengan referensi valid milik proyek. Kandidat tanpa dukungan lengkap berstatus insufficient_evidence. Celah selalu ditafsirkan terhadap koleksi yang dianalisis, bukan bukti bahwa topik tersebut belum pernah diteliti di seluruh dunia.</a:t>
            </a:r>
          </a:p>
          <a:p xmlns:a="http://schemas.openxmlformats.org/drawingml/2006/main">
            <a:r>
              <a:t/>
            </a:r>
          </a:p>
          <a:p xmlns:a="http://schemas.openxmlformats.org/drawingml/2006/main">
            <a:r>
              <a:t>Sumber:</a:t>
            </a:r>
          </a:p>
          <a:p xmlns:a="http://schemas.openxmlformats.org/drawingml/2006/main">
            <a:r>
              <a:t>app/Agents/ResearchGapAgent.php:21</a:t>
            </a:r>
          </a:p>
          <a:p xmlns:a="http://schemas.openxmlformats.org/drawingml/2006/main">
            <a:r>
              <a:t>app/Services/AI/AgentOrchestrator.php:172</a:t>
            </a:r>
          </a:p>
          <a:p xmlns:a="http://schemas.openxmlformats.org/drawingml/2006/main">
            <a:r>
              <a:t/>
            </a:r>
          </a:p>
          <a:p xmlns:a="http://schemas.openxmlformats.org/drawingml/2006/main">
            <a:r>
              <a:t>-----</a:t>
            </a:r>
          </a:p>
          <a:p xmlns:a="http://schemas.openxmlformats.org/drawingml/2006/main">
            <a:r>
              <a:t/>
            </a:r>
          </a:p>
          <a:p xmlns:a="http://schemas.openxmlformats.org/drawingml/2006/main">
            <a:r>
              <a:t>Verification: klaim dan metadata</a:t>
            </a:r>
          </a:p>
          <a:p xmlns:a="http://schemas.openxmlformats.org/drawingml/2006/main">
            <a:r>
              <a:t/>
            </a:r>
          </a:p>
          <a:p xmlns:a="http://schemas.openxmlformats.org/drawingml/2006/main">
            <a:r>
              <a:t>Memeriksa seluruh klaim pada run yang sama</a:t>
            </a:r>
          </a:p>
          <a:p xmlns:a="http://schemas.openxmlformats.org/drawingml/2006/main">
            <a:r>
              <a:t>Memvalidasi kutipan dan kepemilikan sumber lagi</a:t>
            </a:r>
          </a:p>
          <a:p xmlns:a="http://schemas.openxmlformats.org/drawingml/2006/main">
            <a:r>
              <a:t>Menghasilkan status bukti per klaim</a:t>
            </a:r>
          </a:p>
          <a:p xmlns:a="http://schemas.openxmlformats.org/drawingml/2006/main">
            <a:r>
              <a:t>Mode daring dapat memeriksa DOI melalui Crossref</a:t>
            </a:r>
          </a:p>
          <a:p xmlns:a="http://schemas.openxmlformats.org/drawingml/2006/main">
            <a:r>
              <a:t>Meminta revisi bila dukungan belum memadai</a:t>
            </a:r>
          </a:p>
          <a:p xmlns:a="http://schemas.openxmlformats.org/drawingml/2006/main">
            <a:r>
              <a:t/>
            </a:r>
          </a:p>
          <a:p xmlns:a="http://schemas.openxmlformats.org/drawingml/2006/main">
            <a:r>
              <a:t>Status klaim meliputi verified, unsupported, insufficient_evidence, dan needs_human_review. Pemeriksaan server dapat menurunkan status model jika bukti tidak valid atau kosong. Untuk metadata, DOI daring dicari melalui Crossref lalu kemiripan judul minimal 80% menjadi kriteria cocok teknis. Kegagalan API tidak mengarang verifikasi: status kembali metadata_unverified atau metadata_human_reviewed untuk suntingan manusia. Klaim unsupported atau insufficient_evidence memicu revision_requested. Label verified tetap bukan jaminan kebenaran ilmiah.</a:t>
            </a:r>
          </a:p>
          <a:p xmlns:a="http://schemas.openxmlformats.org/drawingml/2006/main">
            <a:r>
              <a:t/>
            </a:r>
          </a:p>
          <a:p xmlns:a="http://schemas.openxmlformats.org/drawingml/2006/main">
            <a:r>
              <a:t>Sumber:</a:t>
            </a:r>
          </a:p>
          <a:p xmlns:a="http://schemas.openxmlformats.org/drawingml/2006/main">
            <a:r>
              <a:t>app/Agents/VerificationAgent.php:25</a:t>
            </a:r>
          </a:p>
          <a:p xmlns:a="http://schemas.openxmlformats.org/drawingml/2006/main">
            <a:r>
              <a:t>app/Agents/VerificationAgent.php:59</a:t>
            </a:r>
          </a:p>
          <a:p xmlns:a="http://schemas.openxmlformats.org/drawingml/2006/main">
            <a:r>
              <a:t>app/Agents/VerificationAgent.php:67</a:t>
            </a:r>
          </a:p>
          <a:p xmlns:a="http://schemas.openxmlformats.org/drawingml/2006/main">
            <a:r>
              <a:t>app/Agents/VerificationAgent.php:88</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Penyuntingan metadata proyek</a:t>
            </a:r>
          </a:p>
          <a:p xmlns:a="http://schemas.openxmlformats.org/drawingml/2006/main">
            <a:r>
              <a:t/>
            </a:r>
          </a:p>
          <a:p xmlns:a="http://schemas.openxmlformats.org/drawingml/2006/main">
            <a:r>
              <a:t>Pada halaman Literatur, pilih Ubah metadata untuk judul, penulis, tahun, DOI, dan jurnal.</a:t>
            </a:r>
          </a:p>
          <a:p xmlns:a="http://schemas.openxmlformats.org/drawingml/2006/main">
            <a:r>
              <a:t>Lengkapi URL, volume, nomor, serta halaman bila tersedia.</a:t>
            </a:r>
          </a:p>
          <a:p xmlns:a="http://schemas.openxmlformats.org/drawingml/2006/main">
            <a:r>
              <a:t>Perubahan hanya berlaku pada koleksi proyek ini.</a:t>
            </a:r>
          </a:p>
          <a:p xmlns:a="http://schemas.openxmlformats.org/drawingml/2006/main">
            <a:r>
              <a:t>Gunakan Daftar pustaka APA / IEEE untuk pratinjau dan unduhan teks.</a:t>
            </a:r>
          </a:p>
          <a:p xmlns:a="http://schemas.openxmlformats.org/drawingml/2006/main">
            <a:r>
              <a:t/>
            </a:r>
          </a:p>
          <a:p xmlns:a="http://schemas.openxmlformats.org/drawingml/2006/main">
            <a:r>
              <a:t>Satu penulis per baris; Nama keluarga, Nama depan membantu pemformatan nama.</a:t>
            </a:r>
          </a:p>
          <a:p xmlns:a="http://schemas.openxmlformats.org/drawingml/2006/main">
            <a:r>
              <a:t/>
            </a:r>
          </a:p>
          <a:p xmlns:a="http://schemas.openxmlformats.org/drawingml/2006/main">
            <a:r>
              <a:t>Metadata yang ditinjau pengguna tidak berubah menjadi metadata terverifikasi oleh penerbit atau DOI. Abstrak, teks PDF, temuan run terdahulu, dan berkas ekspor yang sudah ada tidak ditulis ulang oleh form. Penyuntingan terkunci ketika workflow aktif. APA/IEEE adalah bantuan format dasar; nama keluarga ambigu, metadata kosong, italic, hanging indent, dan aturan institusi masih perlu diperiksa. Bibliografi teks tidak mempunyai italic/hanging indent.</a:t>
            </a:r>
          </a:p>
          <a:p xmlns:a="http://schemas.openxmlformats.org/drawingml/2006/main">
            <a:r>
              <a:t/>
            </a:r>
          </a:p>
          <a:p xmlns:a="http://schemas.openxmlformats.org/drawingml/2006/main">
            <a:r>
              <a:t>Sumber:</a:t>
            </a:r>
          </a:p>
          <a:p xmlns:a="http://schemas.openxmlformats.org/drawingml/2006/main">
            <a:r>
              <a:t>README.md:104</a:t>
            </a:r>
          </a:p>
          <a:p xmlns:a="http://schemas.openxmlformats.org/drawingml/2006/main">
            <a:r>
              <a:t>README.md:199</a:t>
            </a:r>
          </a:p>
          <a:p xmlns:a="http://schemas.openxmlformats.org/drawingml/2006/main">
            <a:r>
              <a:t>resources/views/research/paper-edit.blade.php:4</a:t>
            </a:r>
          </a:p>
          <a:p xmlns:a="http://schemas.openxmlformats.org/drawingml/2006/main">
            <a:r>
              <a:t>resources/views/research/paper-edit.blade.php:30</a:t>
            </a:r>
          </a:p>
          <a:p xmlns:a="http://schemas.openxmlformats.org/drawingml/2006/main">
            <a:r>
              <a:t>resources/views/research/bibliography.blade.php:4</a:t>
            </a:r>
          </a:p>
          <a:p xmlns:a="http://schemas.openxmlformats.org/drawingml/2006/main">
            <a:r>
              <a:t/>
            </a:r>
          </a:p>
          <a:p xmlns:a="http://schemas.openxmlformats.org/drawingml/2006/main">
            <a:r>
              <a:t>-----</a:t>
            </a:r>
          </a:p>
          <a:p xmlns:a="http://schemas.openxmlformats.org/drawingml/2006/main">
            <a:r>
              <a:t/>
            </a:r>
          </a:p>
          <a:p xmlns:a="http://schemas.openxmlformats.org/drawingml/2006/main">
            <a:r>
              <a:t>Bantuan daftar pustaka APA dan IEEE</a:t>
            </a:r>
          </a:p>
          <a:p xmlns:a="http://schemas.openxmlformats.org/drawingml/2006/main">
            <a:r>
              <a:t/>
            </a:r>
          </a:p>
          <a:p xmlns:a="http://schemas.openxmlformats.org/drawingml/2006/main">
            <a:r>
              <a:t>Metadata proyek menjadi dasar format</a:t>
            </a:r>
          </a:p>
          <a:p xmlns:a="http://schemas.openxmlformats.org/drawingml/2006/main">
            <a:r>
              <a:t>APA diurutkan berdasarkan teks nama penulis</a:t>
            </a:r>
          </a:p>
          <a:p xmlns:a="http://schemas.openxmlformats.org/drawingml/2006/main">
            <a:r>
              <a:t>IEEE memakai nomor referensi</a:t>
            </a:r>
          </a:p>
          <a:p xmlns:a="http://schemas.openxmlformats.org/drawingml/2006/main">
            <a:r>
              <a:t>DOI didahulukan, lalu URL sumber yang valid</a:t>
            </a:r>
          </a:p>
          <a:p xmlns:a="http://schemas.openxmlformats.org/drawingml/2006/main">
            <a:r>
              <a:t>Metadata kosong ditandai untuk diperbaiki</a:t>
            </a:r>
          </a:p>
          <a:p xmlns:a="http://schemas.openxmlformats.org/drawingml/2006/main">
            <a:r>
              <a:t/>
            </a:r>
          </a:p>
          <a:p xmlns:a="http://schemas.openxmlformats.org/drawingml/2006/main">
            <a:r>
              <a:t>CitationFormatter menghasilkan string bibliografi dasar APA/IEEE dengan nama, tahun, judul, jurnal, volume, issue, halaman, serta DOI/URL. Gaya APA menangani hingga 20 penulis sebelum pemendekan; IEEE memakai et al. jika lebih dari enam. Jika nama tidak memakai koma atau family/given, kata terakhir dianggap nama keluarga dan perlu diperiksa. Unduhan standalone berupa TXT sehingga tidak memiliki italic atau hanging indent. Penomoran daftar standalone dan laporan ditentukan oleh masing-masing koleksi/order; jangan mengklaim penomoran universal atau integrasi citation manager. Aturan institusi dan metadata tetap perlu ditinjau.</a:t>
            </a:r>
          </a:p>
          <a:p xmlns:a="http://schemas.openxmlformats.org/drawingml/2006/main">
            <a:r>
              <a:t/>
            </a:r>
          </a:p>
          <a:p xmlns:a="http://schemas.openxmlformats.org/drawingml/2006/main">
            <a:r>
              <a:t>Sumber:</a:t>
            </a:r>
          </a:p>
          <a:p xmlns:a="http://schemas.openxmlformats.org/drawingml/2006/main">
            <a:r>
              <a:t>app/Services/Academic/CitationFormatter.php:12</a:t>
            </a:r>
          </a:p>
          <a:p xmlns:a="http://schemas.openxmlformats.org/drawingml/2006/main">
            <a:r>
              <a:t>app/Services/Academic/CitationFormatter.php:66</a:t>
            </a:r>
          </a:p>
          <a:p xmlns:a="http://schemas.openxmlformats.org/drawingml/2006/main">
            <a:r>
              <a:t>app/Http/Controllers/LiteratureController.php:85</a:t>
            </a:r>
          </a:p>
          <a:p xmlns:a="http://schemas.openxmlformats.org/drawingml/2006/main">
            <a:r>
              <a:t>app/Services/Reports/ResearchReportContent.php:26</a:t>
            </a:r>
          </a:p>
          <a:p xmlns:a="http://schemas.openxmlformats.org/drawingml/2006/main">
            <a:r>
              <a:t/>
            </a:r>
          </a:p>
          <a:p xmlns:a="http://schemas.openxmlformats.org/drawingml/2006/main">
            <a:r>
              <a:t>-----</a:t>
            </a:r>
          </a:p>
          <a:p xmlns:a="http://schemas.openxmlformats.org/drawingml/2006/main">
            <a:r>
              <a:t/>
            </a:r>
          </a:p>
          <a:p xmlns:a="http://schemas.openxmlformats.org/drawingml/2006/main">
            <a:r>
              <a:t>Metadata dapat diperbaiki khusus per proyek</a:t>
            </a:r>
          </a:p>
          <a:p xmlns:a="http://schemas.openxmlformats.org/drawingml/2006/main">
            <a:r>
              <a:t/>
            </a:r>
          </a:p>
          <a:p xmlns:a="http://schemas.openxmlformats.org/drawingml/2006/main">
            <a:r>
              <a:t>Judul, penulis, tahun, DOI, jurnal, dan URL</a:t>
            </a:r>
          </a:p>
          <a:p xmlns:a="http://schemas.openxmlformats.org/drawingml/2006/main">
            <a:r>
              <a:t>Volume, nomor, serta halaman publikasi</a:t>
            </a:r>
          </a:p>
          <a:p xmlns:a="http://schemas.openxmlformats.org/drawingml/2006/main">
            <a:r>
              <a:t>Override disimpan di project_papers</a:t>
            </a:r>
          </a:p>
          <a:p xmlns:a="http://schemas.openxmlformats.org/drawingml/2006/main">
            <a:r>
              <a:t>Artikel global dan proyek lain tetap terisolasi</a:t>
            </a:r>
          </a:p>
          <a:p xmlns:a="http://schemas.openxmlformats.org/drawingml/2006/main">
            <a:r>
              <a:t>Status ditinjau manusia dicatat bersama riwayat</a:t>
            </a:r>
          </a:p>
          <a:p xmlns:a="http://schemas.openxmlformats.org/drawingml/2006/main">
            <a:r>
              <a:t/>
            </a:r>
          </a:p>
          <a:p xmlns:a="http://schemas.openxmlformats.org/drawingml/2006/main">
            <a:r>
              <a:t>LiteratureController memvalidasi judul, tahun, DOI, URL HTTP/HTTPS tanpa kredensial, dan maksimal 100 penulis dengan satu nama per baris. Perubahan disimpan pada metadata_overrides di pivot project_papers, bukan menimpa record Paper bersama. ProjectPaperMetadata menghasilkan metadata efektif untuk tampilan dan ekspor. Penyuntingan tidak mengubah abstrak atau teks sumber penelitian. Saat run aktif, update ditolak di dalam transaksi. Status metadata_human_reviewed berbeda dari verifikasi Crossref; history mencatat sebelum/sesudah. Format Nama keluarga, Nama depan disarankan agar formatter tidak menebak nama keluarga.</a:t>
            </a:r>
          </a:p>
          <a:p xmlns:a="http://schemas.openxmlformats.org/drawingml/2006/main">
            <a:r>
              <a:t/>
            </a:r>
          </a:p>
          <a:p xmlns:a="http://schemas.openxmlformats.org/drawingml/2006/main">
            <a:r>
              <a:t>Sumber:</a:t>
            </a:r>
          </a:p>
          <a:p xmlns:a="http://schemas.openxmlformats.org/drawingml/2006/main">
            <a:r>
              <a:t>app/Http/Controllers/LiteratureController.php:38</a:t>
            </a:r>
          </a:p>
          <a:p xmlns:a="http://schemas.openxmlformats.org/drawingml/2006/main">
            <a:r>
              <a:t>app/Services/Academic/ProjectPaperMetadata.php:13</a:t>
            </a:r>
          </a:p>
          <a:p xmlns:a="http://schemas.openxmlformats.org/drawingml/2006/main">
            <a:r>
              <a:t>database/migrations/2026_10_14_000002_add_metadata_overrides_to_project_papers.php:1</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Tinjauan akhir dan ekspor</a:t>
            </a:r>
          </a:p>
          <a:p xmlns:a="http://schemas.openxmlformats.org/drawingml/2006/main">
            <a:r>
              <a:t/>
            </a:r>
          </a:p>
          <a:p xmlns:a="http://schemas.openxmlformats.org/drawingml/2006/main">
            <a:r>
              <a:t>Periksa matriks, kandidat celah, status klaim, dan sumber sebelum approval.</a:t>
            </a:r>
          </a:p>
          <a:p xmlns:a="http://schemas.openxmlformats.org/drawingml/2006/main">
            <a:r>
              <a:t>Pilih Word (.docx), PDF, atau Markdown (.md).</a:t>
            </a:r>
          </a:p>
          <a:p xmlns:a="http://schemas.openxmlformats.org/drawingml/2006/main">
            <a:r>
              <a:t>Tentukan gaya daftar pustaka APA atau IEEE, lalu Simpan laporan.</a:t>
            </a:r>
          </a:p>
          <a:p xmlns:a="http://schemas.openxmlformats.org/drawingml/2006/main">
            <a:r>
              <a:t>Unduh laporan privat. Ekspor sebelum persetujuan tetap berstatus draf.</a:t>
            </a:r>
          </a:p>
          <a:p xmlns:a="http://schemas.openxmlformats.org/drawingml/2006/main">
            <a:r>
              <a:t/>
            </a:r>
          </a:p>
          <a:p xmlns:a="http://schemas.openxmlformats.org/drawingml/2006/main">
            <a:r>
              <a:t>Laporan menyatukan rencana, sintesis, analisis artikel, bukti, kandidat celah, dan batas hasil.</a:t>
            </a:r>
          </a:p>
          <a:p xmlns:a="http://schemas.openxmlformats.org/drawingml/2006/main">
            <a:r>
              <a:t/>
            </a:r>
          </a:p>
          <a:p xmlns:a="http://schemas.openxmlformats.org/drawingml/2006/main">
            <a:r>
              <a:t>Ini checkpoint manusia kedua. Checkbox approval menyatakan pengguna sudah meninjau sumber, status verifikasi, serta batas penelitian; jangan mengeksekusinya otomatis atas nama presenter. Export diizinkan setelah verifikasi pada awaiting_approval atau completed, mengikuti run terbaru. Mengubah metadata setelah ekspor hanya memengaruhi ekspor berikutnya. File tersimpan privat dan unduhan memeriksa kepemilikan proyek.</a:t>
            </a:r>
          </a:p>
          <a:p xmlns:a="http://schemas.openxmlformats.org/drawingml/2006/main">
            <a:r>
              <a:t/>
            </a:r>
          </a:p>
          <a:p xmlns:a="http://schemas.openxmlformats.org/drawingml/2006/main">
            <a:r>
              <a:t>Sumber:</a:t>
            </a:r>
          </a:p>
          <a:p xmlns:a="http://schemas.openxmlformats.org/drawingml/2006/main">
            <a:r>
              <a:t>resources/views/projects/show.blade.php:8</a:t>
            </a:r>
          </a:p>
          <a:p xmlns:a="http://schemas.openxmlformats.org/drawingml/2006/main">
            <a:r>
              <a:t>resources/views/research/reports.blade.php:3</a:t>
            </a:r>
          </a:p>
          <a:p xmlns:a="http://schemas.openxmlformats.org/drawingml/2006/main">
            <a:r>
              <a:t>resources/views/research/reports.blade.php:7</a:t>
            </a:r>
          </a:p>
          <a:p xmlns:a="http://schemas.openxmlformats.org/drawingml/2006/main">
            <a:r>
              <a:t>resources/views/research/reports.blade.php:16</a:t>
            </a:r>
          </a:p>
          <a:p xmlns:a="http://schemas.openxmlformats.org/drawingml/2006/main">
            <a:r>
              <a:t>README.md:106</a:t>
            </a:r>
          </a:p>
          <a:p xmlns:a="http://schemas.openxmlformats.org/drawingml/2006/main">
            <a:r>
              <a:t/>
            </a:r>
          </a:p>
          <a:p xmlns:a="http://schemas.openxmlformats.org/drawingml/2006/main">
            <a:r>
              <a:t>-----</a:t>
            </a:r>
          </a:p>
          <a:p xmlns:a="http://schemas.openxmlformats.org/drawingml/2006/main">
            <a:r>
              <a:t/>
            </a:r>
          </a:p>
          <a:p xmlns:a="http://schemas.openxmlformats.org/drawingml/2006/main">
            <a:r>
              <a:t>Satu isi laporan, tiga format keluaran</a:t>
            </a:r>
          </a:p>
          <a:p xmlns:a="http://schemas.openxmlformats.org/drawingml/2006/main">
            <a:r>
              <a:t/>
            </a:r>
          </a:p>
          <a:p xmlns:a="http://schemas.openxmlformats.org/drawingml/2006/main">
            <a:r>
              <a:t>Markdown untuk teks yang mudah diproses</a:t>
            </a:r>
          </a:p>
          <a:p xmlns:a="http://schemas.openxmlformats.org/drawingml/2006/main">
            <a:r>
              <a:t>Word DOCX untuk penyuntingan lanjutan</a:t>
            </a:r>
          </a:p>
          <a:p xmlns:a="http://schemas.openxmlformats.org/drawingml/2006/main">
            <a:r>
              <a:t>PDF untuk distribusi dengan tata letak tetap</a:t>
            </a:r>
          </a:p>
          <a:p xmlns:a="http://schemas.openxmlformats.org/drawingml/2006/main">
            <a:r>
              <a:t>Ekspor mengikuti hasil run terbaru</a:t>
            </a:r>
          </a:p>
          <a:p xmlns:a="http://schemas.openxmlformats.org/drawingml/2006/main">
            <a:r>
              <a:t>Draf dan persetujuan pengguna dibedakan</a:t>
            </a:r>
          </a:p>
          <a:p xmlns:a="http://schemas.openxmlformats.org/drawingml/2006/main">
            <a:r>
              <a:t/>
            </a:r>
          </a:p>
          <a:p xmlns:a="http://schemas.openxmlformats.org/drawingml/2006/main">
            <a:r>
              <a:t>ResearchReportContent menyusun isi yang sama untuk semua format: ringkasan, rencana, sintesis, matriks, analisis artikel, kandidat celah, klaim dan bukti, pemeriksaan akhir, bibliografi, dan batas penggunaan. Ekspor hanya tersedia pada awaiting_approval atau completed. Draf diberi keterangan menunggu persetujuan; completed diberi keterangan disetujui pengguna. File disimpan privat di jalur pengguna/proyek dengan UUID dan record artifact. Setiap artifact terhubung run dan berkas lama tidak ditulis ulang. Metadata terbaru dipakai saat membuat ekspor baru, sementara temuan analisis historis tidak diubah.</a:t>
            </a:r>
          </a:p>
          <a:p xmlns:a="http://schemas.openxmlformats.org/drawingml/2006/main">
            <a:r>
              <a:t/>
            </a:r>
          </a:p>
          <a:p xmlns:a="http://schemas.openxmlformats.org/drawingml/2006/main">
            <a:r>
              <a:t>Sumber:</a:t>
            </a:r>
          </a:p>
          <a:p xmlns:a="http://schemas.openxmlformats.org/drawingml/2006/main">
            <a:r>
              <a:t>app/Http/Controllers/ResearchResultsController.php:69</a:t>
            </a:r>
          </a:p>
          <a:p xmlns:a="http://schemas.openxmlformats.org/drawingml/2006/main">
            <a:r>
              <a:t>app/Services/Reports/ResearchReportContent.php:18</a:t>
            </a:r>
          </a:p>
          <a:p xmlns:a="http://schemas.openxmlformats.org/drawingml/2006/main">
            <a:r>
              <a:t>app/Services/Reports/ReportDocumentRenderer.php:1</a:t>
            </a:r>
          </a:p>
          <a:p xmlns:a="http://schemas.openxmlformats.org/drawingml/2006/main">
            <a:r>
              <a:t/>
            </a:r>
          </a:p>
          <a:p xmlns:a="http://schemas.openxmlformats.org/drawingml/2006/main">
            <a:r>
              <a:t>-----</a:t>
            </a:r>
          </a:p>
          <a:p xmlns:a="http://schemas.openxmlformats.org/drawingml/2006/main">
            <a:r>
              <a:t/>
            </a:r>
          </a:p>
          <a:p xmlns:a="http://schemas.openxmlformats.org/drawingml/2006/main">
            <a:r>
              <a:t>Isi laporan penelitian</a:t>
            </a:r>
          </a:p>
          <a:p xmlns:a="http://schemas.openxmlformats.org/drawingml/2006/main">
            <a:r>
              <a:t/>
            </a:r>
          </a:p>
          <a:p xmlns:a="http://schemas.openxmlformats.org/drawingml/2006/main">
            <a:r>
              <a:t>Bagian / Isi yang tersedia</a:t>
            </a:r>
          </a:p>
          <a:p xmlns:a="http://schemas.openxmlformats.org/drawingml/2006/main">
            <a:r>
              <a:t>Konteks / Pertanyaan, status persetujuan, mode, dan rencana</a:t>
            </a:r>
          </a:p>
          <a:p xmlns:a="http://schemas.openxmlformats.org/drawingml/2006/main">
            <a:r>
              <a:t>Telaah literatur / Sintesis, matriks, serta rincian analisis artikel</a:t>
            </a:r>
          </a:p>
          <a:p xmlns:a="http://schemas.openxmlformats.org/drawingml/2006/main">
            <a:r>
              <a:t>Bukti / Kutipan sumber dan cakupan teks yang dianalisis</a:t>
            </a:r>
          </a:p>
          <a:p xmlns:a="http://schemas.openxmlformats.org/drawingml/2006/main">
            <a:r>
              <a:t>Tinjauan / Kandidat celah, klaim, dan catatan verifikasi</a:t>
            </a:r>
          </a:p>
          <a:p xmlns:a="http://schemas.openxmlformats.org/drawingml/2006/main">
            <a:r>
              <a:t>Referensi / Bibliografi APA/IEEE dan batas penggunaan</a:t>
            </a:r>
          </a:p>
          <a:p xmlns:a="http://schemas.openxmlformats.org/drawingml/2006/main">
            <a:r>
              <a:t/>
            </a:r>
          </a:p>
          <a:p xmlns:a="http://schemas.openxmlformats.org/drawingml/2006/main">
            <a:r>
              <a:t>ResearchReportContent menjadi sumber bersama untuk Markdown, Word, dan PDF. Ekspor mengikuti run terbaru yang berada pada awaiting_approval atau completed. Draf dan persetujuan terlihat dalam isi laporan. Metadata saat ekspor mengikuti override khusus proyek. Sumber: app/Services/Reports/ResearchReportContent.php dan ResearchResultsController.php.</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data dan akses privat. Pengguna memiliki proyek. Dokumen dan proses terkait pada proyek, lalu menghubungkan bukti serta laporan. Policy dan sesi membatasi akses per pengguna. PostgreSQL menyimpan relasi dan chunk beserta embedding JSON sebagai sumber indeks ulang. Aplikasi membentuk query dari topik, pertanyaan riset, kata kunci, dan pertanyaan pengguna. Qdrant mencocokkan query terhadap indeks semantik dengan filter proyek/model/dimensi. Berkas PDF dan laporan memakai volume privat yang sama untuk app dan worker. Token gateway berada di environment dan tidak dipublikasikan. Sebagian teks yang diperlukan dikirim melalui HTTPS ke Senopati. Backup mencakup PostgreSQL, berkas privat, dan data Qdrant. Diagram ini merangkum relasi utama, bukan diagram ER lengkap. Referensi: app/Models, app/Policies/ResearchProjectPolicy.php, config/filesystems.php, compose.yaml, VectorSearchService.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Hasil pengujian nyata 17 Oktober 2026: 177 test total, 176 lulus, 1 dilewati, 1.035 assertions. Test Senopati nyata opsional dilewati. Suite memakai PostgreSQL sebagai database uji dan HTTP mock untuk kontrak Qdrant. Composer validate strict, Pint, PHPStan, dan frontend Vite build berhasil. Image Docker berhasil dibangun. Pemeriksaan awal saat penyusunan slide: app, PostgreSQL, serta Qdrant healthy dan worker berjalan. Pemeriksaan layanan Docker berbeda dari suite kontrak HTTP mock, dan tidak membuktikan akurasi ilmiah. Data lokal lama dipertahankan. Pengujian fungsi meliputi autentikasi, policy, metadata, dokumen, chunk, RAG, workflow, retry, laporan, dan isolasi per run. Gunakan database uji terpisah. Referensi: hasil pengujian sesi implementasi 17 Oktober 2026, tests, docs/testing.md, compose.yaml.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Batas interpretasi hasil</a:t>
            </a:r>
          </a:p>
          <a:p xmlns:a="http://schemas.openxmlformats.org/drawingml/2006/main">
            <a:r>
              <a:t/>
            </a:r>
          </a:p>
          <a:p xmlns:a="http://schemas.openxmlformats.org/drawingml/2006/main">
            <a:r>
              <a:t>Belum ada OCR, gunakan PDF teks dan periksa tabel/gambar pada sumber asli.</a:t>
            </a:r>
          </a:p>
          <a:p xmlns:a="http://schemas.openxmlformats.org/drawingml/2006/main">
            <a:r>
              <a:t>Kutipan cocok tidak menjamin atribusi, makna, atau kesimpulan benar.</a:t>
            </a:r>
          </a:p>
          <a:p xmlns:a="http://schemas.openxmlformats.org/drawingml/2006/main">
            <a:r>
              <a:t>Kandidat celah terbatas pada koleksi, kebaruan perlu penelusuran lebih luas.</a:t>
            </a:r>
          </a:p>
          <a:p xmlns:a="http://schemas.openxmlformats.org/drawingml/2006/main">
            <a:r>
              <a:t>APA/IEEE, metadata, dan laporan tetap memerlukan tinjauan manusia.</a:t>
            </a:r>
          </a:p>
          <a:p xmlns:a="http://schemas.openxmlformats.org/drawingml/2006/main">
            <a:r>
              <a:t/>
            </a:r>
          </a:p>
          <a:p xmlns:a="http://schemas.openxmlformats.org/drawingml/2006/main">
            <a:r>
              <a:t>Tidak ada klaim akurasi ilmiah atau penghematan waktu yang telah diukur.</a:t>
            </a:r>
          </a:p>
          <a:p xmlns:a="http://schemas.openxmlformats.org/drawingml/2006/main">
            <a:r>
              <a:t/>
            </a:r>
          </a:p>
          <a:p xmlns:a="http://schemas.openxmlformats.org/drawingml/2006/main">
            <a:r>
              <a:t>Tutup dengan batas yang praktis, bukan ketakutan hipotetis. Tujuannya membantu pengguna menjaga perbedaan antara tersedianya sumber, keberhasilan pemeriksaan teks, dan penilaian ilmiah. Persetujuan pengguna tidak menghapus kelemahan sumber atau keterbatasan model. Privasi file lokal juga harus dipahami bersama pengiriman cuplikan ke gateway. Jika diminta roadmap, sebut OCR/evaluasi akademik sebagai usulan pengembangan, bukan fitur tersedia.</a:t>
            </a:r>
          </a:p>
          <a:p xmlns:a="http://schemas.openxmlformats.org/drawingml/2006/main">
            <a:r>
              <a:t/>
            </a:r>
          </a:p>
          <a:p xmlns:a="http://schemas.openxmlformats.org/drawingml/2006/main">
            <a:r>
              <a:t>Sumber:</a:t>
            </a:r>
          </a:p>
          <a:p xmlns:a="http://schemas.openxmlformats.org/drawingml/2006/main">
            <a:r>
              <a:t>README.md:5</a:t>
            </a:r>
          </a:p>
          <a:p xmlns:a="http://schemas.openxmlformats.org/drawingml/2006/main">
            <a:r>
              <a:t>README.md:197</a:t>
            </a:r>
          </a:p>
          <a:p xmlns:a="http://schemas.openxmlformats.org/drawingml/2006/main">
            <a:r>
              <a:t>README.md:199</a:t>
            </a:r>
          </a:p>
          <a:p xmlns:a="http://schemas.openxmlformats.org/drawingml/2006/main">
            <a:r>
              <a:t>docs/testing.md:95</a:t>
            </a:r>
          </a:p>
          <a:p xmlns:a="http://schemas.openxmlformats.org/drawingml/2006/main">
            <a:r>
              <a:t/>
            </a:r>
          </a:p>
          <a:p xmlns:a="http://schemas.openxmlformats.org/drawingml/2006/main">
            <a:r>
              <a:t>-----</a:t>
            </a:r>
          </a:p>
          <a:p xmlns:a="http://schemas.openxmlformats.org/drawingml/2006/main">
            <a:r>
              <a:t/>
            </a:r>
          </a:p>
          <a:p xmlns:a="http://schemas.openxmlformats.org/drawingml/2006/main">
            <a:r>
              <a:t>Batas saat ini dan pengembangan berikutnya</a:t>
            </a:r>
          </a:p>
          <a:p xmlns:a="http://schemas.openxmlformats.org/drawingml/2006/main">
            <a:r>
              <a:t/>
            </a:r>
          </a:p>
          <a:p xmlns:a="http://schemas.openxmlformats.org/drawingml/2006/main">
            <a:r>
              <a:t>OCR belum tersedia untuk PDF pindai</a:t>
            </a:r>
          </a:p>
          <a:p xmlns:a="http://schemas.openxmlformats.org/drawingml/2006/main">
            <a:r>
              <a:t>Gambar/tabel yang gagal diekstrak belum diperiksa</a:t>
            </a:r>
          </a:p>
          <a:p xmlns:a="http://schemas.openxmlformats.org/drawingml/2006/main">
            <a:r>
              <a:t>Ringkasan bertingkat dapat melewatkan detail</a:t>
            </a:r>
          </a:p>
          <a:p xmlns:a="http://schemas.openxmlformats.org/drawingml/2006/main">
            <a:r>
              <a:t>Kandidat celah terbatas pada koleksi proyek</a:t>
            </a:r>
          </a:p>
          <a:p xmlns:a="http://schemas.openxmlformats.org/drawingml/2006/main">
            <a:r>
              <a:t>APA/IEEE dan interpretasi bukti perlu tinjauan manusia</a:t>
            </a:r>
          </a:p>
          <a:p xmlns:a="http://schemas.openxmlformats.org/drawingml/2006/main">
            <a:r>
              <a:t/>
            </a:r>
          </a:p>
          <a:p xmlns:a="http://schemas.openxmlformats.org/drawingml/2006/main">
            <a:r>
              <a:t>Batas ini merupakan perilaku saat ini, bukan fitur yang sudah diimplementasikan. Jalan pengembangan yang wajar ialah OCR yang diuji, evaluasi atribusi temuan pada korpus berlabel, pemeriksaan tabel, perbaikan format bibliografi, serta optimasi vector index bila skala membutuhkan. Exact vector search belum memakai HNSW. Analisis penuh menambah jumlah request, waktu, dan kebutuhan kuota Senopati. Status verified, kutipan yang cocok, dan approval pengguna tidak menjamin kualitas metodologi atau kebenaran kesimpulan. Data demo 9 Oktober bersifat historis, sebelum migrasi inferensi gateway dan sebelum analisis seluruh chunk.</a:t>
            </a:r>
          </a:p>
          <a:p xmlns:a="http://schemas.openxmlformats.org/drawingml/2006/main">
            <a:r>
              <a:t/>
            </a:r>
          </a:p>
          <a:p xmlns:a="http://schemas.openxmlformats.org/drawingml/2006/main">
            <a:r>
              <a:t>Sumber:</a:t>
            </a:r>
          </a:p>
          <a:p xmlns:a="http://schemas.openxmlformats.org/drawingml/2006/main">
            <a:r>
              <a:t>README.md:197</a:t>
            </a:r>
          </a:p>
          <a:p xmlns:a="http://schemas.openxmlformats.org/drawingml/2006/main">
            <a:r>
              <a:t>docs/testing.md:95</a:t>
            </a:r>
          </a:p>
          <a:p xmlns:a="http://schemas.openxmlformats.org/drawingml/2006/main">
            <a:r>
              <a:t>app/Services/Reports/ResearchReportContent.php:116</a:t>
            </a:r>
          </a:p>
          <a:p xmlns:a="http://schemas.openxmlformats.org/drawingml/2006/main">
            <a:r>
              <a:t>docs/demo.md:3</a:t>
            </a:r>
          </a:p>
          <a:p xmlns:a="http://schemas.openxmlformats.org/drawingml/2006/main">
            <a:r>
              <a:t/>
            </a:r>
          </a:p>
          <a:p xmlns:a="http://schemas.openxmlformats.org/drawingml/2006/main">
            <a:r>
              <a:t>-----</a:t>
            </a:r>
          </a:p>
          <a:p xmlns:a="http://schemas.openxmlformats.org/drawingml/2006/main">
            <a:r>
              <a:t/>
            </a:r>
          </a:p>
          <a:p xmlns:a="http://schemas.openxmlformats.org/drawingml/2006/main">
            <a:r>
              <a:t>Prioritas pengembangan berikutnya</a:t>
            </a:r>
          </a:p>
          <a:p xmlns:a="http://schemas.openxmlformats.org/drawingml/2006/main">
            <a:r>
              <a:t/>
            </a:r>
          </a:p>
          <a:p xmlns:a="http://schemas.openxmlformats.org/drawingml/2006/main">
            <a:r>
              <a:t>Usulan / Manfaat / Status</a:t>
            </a:r>
          </a:p>
          <a:p xmlns:a="http://schemas.openxmlformats.org/drawingml/2006/main">
            <a:r>
              <a:t>Evaluasi ahli atas atribusi / Mengukur ketepatan temuan dan sumber / Rencana evaluasi</a:t>
            </a:r>
          </a:p>
          <a:p xmlns:a="http://schemas.openxmlformats.org/drawingml/2006/main">
            <a:r>
              <a:t>OCR dan struktur tabel / Memperluas dukungan PDF pindai / Belum tersedia</a:t>
            </a:r>
          </a:p>
          <a:p xmlns:a="http://schemas.openxmlformats.org/drawingml/2006/main">
            <a:r>
              <a:t>Kinerja retrieval skala besar / Menangani korpus lebih besar / Perlu benchmark</a:t>
            </a:r>
          </a:p>
          <a:p xmlns:a="http://schemas.openxmlformats.org/drawingml/2006/main">
            <a:r>
              <a:t>Format sitasi lebih lengkap / Menyesuaikan pedoman institusi / Perlu pengembangan</a:t>
            </a:r>
          </a:p>
          <a:p xmlns:a="http://schemas.openxmlformats.org/drawingml/2006/main">
            <a:r>
              <a:t>Kolaborasi antar pengguna / Berbagi tinjauan dan hak akses / Belum tersedia</a:t>
            </a:r>
          </a:p>
          <a:p xmlns:a="http://schemas.openxmlformats.org/drawingml/2006/main">
            <a:r>
              <a:t/>
            </a:r>
          </a:p>
          <a:p xmlns:a="http://schemas.openxmlformats.org/drawingml/2006/main">
            <a:r>
              <a:t>Ini merupakan rekomendasi pengembangan, bukan fitur yang sudah tersedia dan bukan jadwal yang disepakati. Prioritas pertama adalah pengukuran ilmiah dan kualitas atribusi sebelum mengklaim peningkatan efektivitas.</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a:t>
            </a:r>
          </a:p>
          <a:p xmlns:a="http://schemas.openxmlformats.org/drawingml/2006/main">
            <a:r>
              <a:t/>
            </a:r>
          </a:p>
          <a:p xmlns:a="http://schemas.openxmlformats.org/drawingml/2006/main">
            <a:r>
              <a:t>Panduan demonstrasi</a:t>
            </a:r>
          </a:p>
          <a:p xmlns:a="http://schemas.openxmlformats.org/drawingml/2006/main">
            <a:r>
              <a:t/>
            </a:r>
          </a:p>
          <a:p xmlns:a="http://schemas.openxmlformats.org/drawingml/2006/main">
            <a:r>
              <a:t>Masuk dan buka proyek penelitian.</a:t>
            </a:r>
          </a:p>
          <a:p xmlns:a="http://schemas.openxmlformats.org/drawingml/2006/main">
            <a:r>
              <a:t>Tunjukkan pertanyaan riset, mode sumber, serta koleksi PDF.</a:t>
            </a:r>
          </a:p>
          <a:p xmlns:a="http://schemas.openxmlformats.org/drawingml/2006/main">
            <a:r>
              <a:t>Periksa literatur, matriks, kandidat celah, dan sumber kutipan.</a:t>
            </a:r>
          </a:p>
          <a:p xmlns:a="http://schemas.openxmlformats.org/drawingml/2006/main">
            <a:r>
              <a:t>Tunjukkan monitor, metadata, bibliografi, lalu format laporan.</a:t>
            </a:r>
          </a:p>
          <a:p xmlns:a="http://schemas.openxmlformats.org/drawingml/2006/main">
            <a:r>
              <a:t>Jelaskan batas bukti sebelum menutup demonstrasi.</a:t>
            </a:r>
          </a:p>
          <a:p xmlns:a="http://schemas.openxmlformats.org/drawingml/2006/main">
            <a:r>
              <a:t/>
            </a:r>
          </a:p>
          <a:p xmlns:a="http://schemas.openxmlformats.org/drawingml/2006/main">
            <a:r>
              <a:t>Saat demo langsung, jangan menekan Mulai riset, indeks ulang, persetujuan, atau hapus hanya untuk menampilkan layar. Tindakan tersebut dapat mengubah data atau memakai kuota gateway. Jalankan alur baru bila presenter memang ingin menguji proses dari awal. Untuk proyek 1, nyatakan bahwa hasil run historis. Untuk proyek 3, nyatakan data pengujian.</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Commit 5da77e6192135761752f8a6a55d62943dd349792</a:t>
            </a:r>
          </a:p>
          <a:p xmlns:a="http://schemas.openxmlformats.org/drawingml/2006/main">
            <a:r>
              <a:t/>
            </a:r>
          </a:p>
          <a:p xmlns:a="http://schemas.openxmlformats.org/drawingml/2006/main">
            <a:r>
              <a:t>-----</a:t>
            </a:r>
          </a:p>
          <a:p xmlns:a="http://schemas.openxmlformats.org/drawingml/2006/main">
            <a:r>
              <a:t/>
            </a:r>
          </a:p>
          <a:p xmlns:a="http://schemas.openxmlformats.org/drawingml/2006/main">
            <a:r>
              <a:t>Pertanyaan umum tentang hasil</a:t>
            </a:r>
          </a:p>
          <a:p xmlns:a="http://schemas.openxmlformats.org/drawingml/2006/main">
            <a:r>
              <a:t/>
            </a:r>
          </a:p>
          <a:p xmlns:a="http://schemas.openxmlformats.org/drawingml/2006/main">
            <a:r>
              <a:t>Status kutipan cocok berarti teks sumber ditemukan. Makna ilmiah tetap perlu diperiksa.</a:t>
            </a:r>
          </a:p>
          <a:p xmlns:a="http://schemas.openxmlformats.org/drawingml/2006/main">
            <a:r>
              <a:t>Kandidat celah berlaku untuk koleksi proyek dan perlu penelusuran lanjutan.</a:t>
            </a:r>
          </a:p>
          <a:p xmlns:a="http://schemas.openxmlformats.org/drawingml/2006/main">
            <a:r>
              <a:t>Persetujuan pengguna mencatat tinjauan dalam alur aplikasi.</a:t>
            </a:r>
          </a:p>
          <a:p xmlns:a="http://schemas.openxmlformats.org/drawingml/2006/main">
            <a:r>
              <a:t>Peningkatan akurasi dan penghematan waktu belum memiliki benchmark terukur.</a:t>
            </a:r>
          </a:p>
          <a:p xmlns:a="http://schemas.openxmlformats.org/drawingml/2006/main">
            <a:r>
              <a:t/>
            </a:r>
          </a:p>
          <a:p xmlns:a="http://schemas.openxmlformats.org/drawingml/2006/main">
            <a:r>
              <a:t>Tidak ada angka akurasi atau persentase penghematan waktu yang diklaim. Model dapat salah mengatribusikan literatur pengantar sebagai hasil artikel. Pengguna perlu membaca bagian metode, hasil, dan keterbatasan sumber asli.</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Commit 5da77e6192135761752f8a6a55d62943dd349792</a:t>
            </a:r>
          </a:p>
          <a:p xmlns:a="http://schemas.openxmlformats.org/drawingml/2006/main">
            <a:r>
              <a:t/>
            </a:r>
          </a:p>
          <a:p xmlns:a="http://schemas.openxmlformats.org/drawingml/2006/main">
            <a:r>
              <a:t>-----</a:t>
            </a:r>
          </a:p>
          <a:p xmlns:a="http://schemas.openxmlformats.org/drawingml/2006/main">
            <a:r>
              <a:t/>
            </a:r>
          </a:p>
          <a:p xmlns:a="http://schemas.openxmlformats.org/drawingml/2006/main">
            <a:r>
              <a:t>Referensi implementasi</a:t>
            </a:r>
          </a:p>
          <a:p xmlns:a="http://schemas.openxmlformats.org/drawingml/2006/main">
            <a:r>
              <a:t/>
            </a:r>
          </a:p>
          <a:p xmlns:a="http://schemas.openxmlformats.org/drawingml/2006/main">
            <a:r>
              <a:t>Sumber / Kegunaan</a:t>
            </a:r>
          </a:p>
          <a:p xmlns:a="http://schemas.openxmlformats.org/drawingml/2006/main">
            <a:r>
              <a:t>README.md / Fitur aktif, arsitektur, konfigurasi, dan batas hasil</a:t>
            </a:r>
          </a:p>
          <a:p xmlns:a="http://schemas.openxmlformats.org/drawingml/2006/main">
            <a:r>
              <a:t>app/Agents dan resources/prompts / Perilaku enam agen serta instruksi model</a:t>
            </a:r>
          </a:p>
          <a:p xmlns:a="http://schemas.openxmlformats.org/drawingml/2006/main">
            <a:r>
              <a:t>app/Services / Gateway, retrieval, metadata, dan ekspor</a:t>
            </a:r>
          </a:p>
          <a:p xmlns:a="http://schemas.openxmlformats.org/drawingml/2006/main">
            <a:r>
              <a:t>tests/Feature dan .github/workflows / Regresi serta pemeriksaan CI</a:t>
            </a:r>
          </a:p>
          <a:p xmlns:a="http://schemas.openxmlformats.org/drawingml/2006/main">
            <a:r>
              <a:t>docs/demo.md dan test-data.md / Asal data dan bukti historis</a:t>
            </a:r>
          </a:p>
          <a:p xmlns:a="http://schemas.openxmlformats.org/drawingml/2006/main">
            <a:r>
              <a:t>Catatan tiap slide / Rujukan file, screenshot, dan penjelasan rinci</a:t>
            </a:r>
          </a:p>
          <a:p xmlns:a="http://schemas.openxmlformats.org/drawingml/2006/main">
            <a:r>
              <a:t/>
            </a:r>
          </a:p>
          <a:p xmlns:a="http://schemas.openxmlformats.org/drawingml/2006/main">
            <a:r>
              <a:t>Repository: https://github.com/Marcellohugo/Researchmate . Commit rujukan: 5da77e6192135761752f8a6a55d62943dd349792 . Semua screenshot berasal dari aplikasi ini atau arsip dokumentasi proyek. Tidak ada screenshot antarmuka hasil rekayasa yang diklaim sebagai layar langsung.</a:t>
            </a:r>
          </a:p>
          <a:p xmlns:a="http://schemas.openxmlformats.org/drawingml/2006/main">
            <a:r>
              <a:t/>
            </a:r>
          </a:p>
          <a:p xmlns:a="http://schemas.openxmlformats.org/drawingml/2006/main">
            <a:r>
              <a:t>Sumber:</a:t>
            </a:r>
          </a:p>
          <a:p xmlns:a="http://schemas.openxmlformats.org/drawingml/2006/main">
            <a:r>
              <a:t>README.md</a:t>
            </a:r>
          </a:p>
          <a:p xmlns:a="http://schemas.openxmlformats.org/drawingml/2006/main">
            <a:r>
              <a:t>Kode sumber pada commit 5da77e6</a:t>
            </a:r>
          </a:p>
          <a:p xmlns:a="http://schemas.openxmlformats.org/drawingml/2006/main">
            <a:r>
              <a:t/>
            </a:r>
          </a:p>
          <a:p xmlns:a="http://schemas.openxmlformats.org/drawingml/2006/main">
            <a:r>
              <a:t>-----</a:t>
            </a:r>
          </a:p>
          <a:p xmlns:a="http://schemas.openxmlformats.org/drawingml/2006/main">
            <a:r>
              <a:t/>
            </a:r>
          </a:p>
          <a:p xmlns:a="http://schemas.openxmlformats.org/drawingml/2006/main">
            <a:r>
              <a:t>ResearchMate AI</a:t>
            </a:r>
          </a:p>
          <a:p xmlns:a="http://schemas.openxmlformats.org/drawingml/2006/main">
            <a:r>
              <a:t/>
            </a:r>
          </a:p>
          <a:p xmlns:a="http://schemas.openxmlformats.org/drawingml/2006/main">
            <a:r>
              <a:t>Penutup. Fokus produk adalah dukungan proses dan penelusuran sumber. Tinjauan ilmiah manusia tetap menjadi bagian penting pemakaian.</a:t>
            </a:r>
          </a:p>
          <a:p xmlns:a="http://schemas.openxmlformats.org/drawingml/2006/main">
            <a:r>
              <a:t/>
            </a:r>
          </a:p>
          <a:p xmlns:a="http://schemas.openxmlformats.org/drawingml/2006/main">
            <a:r>
              <a:t>Rujukan implementasi: README.md, config/ai.php, app/Agents, app/Services, docs/testing.md. Materi revisi mengikuti implementasi kerja 17 Oktober 2026. Screenshot dan hasil uji mempertahankan tanggal historis masing-masing. Materi disesuaikan 17 Oktober 2026.</a:t>
            </a:r>
          </a:p>
          <a:p xmlns:a="http://schemas.openxmlformats.org/drawingml/2006/main">
            <a:r>
              <a:t/>
            </a:r>
          </a:p>
          <a:p xmlns:a="http://schemas.openxmlformats.org/drawingml/2006/main">
            <a:r>
              <a:t>Operasional revisi: Docker Compose menjalankan app dan worker dari image aplikasi yang sama, PostgreSQL untuk data relasional/antrean, serta Qdrant untuk pencarian vektor. Volume privat app/worker menjaga PDF dan laporan tetap tersedia lintas proses. Gunakan README terbaru untuk bootstrap, migrasi, health check, dan pengindeksan ulang. Menghentikan kontainer tidak boleh menghapus volume berisi data. OCR dan penilaian ahli belum tersedia.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15f56d6bb045b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4bcbc8712841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318f07ac96a46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bf607abbd644a4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6c128a291549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6c6a01da3ad4dd8"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c598ccae5724cc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09e232b2ecb4c0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8da31db27014b5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13cce2484e141a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3b97de8166743ab"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2A8914-9916-45C9-8F93-C536BC956B45}"/>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7ACE3E6E-5C9C-40C2-B103-6B51628D8682}"/>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45C37716-592A-40A4-B38B-6722A07D51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999F433-4187-4846-80C3-15786301DF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0C95CCE-31D8-4477-AD39-EE4DAF122B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52AC04-ED58-4088-B4D9-303D7B11399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3349578-70CD-433B-AB42-3F8F202C609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89358B6-0F68-4AAD-A5F8-C23C2C8DF5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AB6897E-0681-4D7B-BCFE-85699AC420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87B052D-2CE2-4003-84CD-E7553A4BB6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6E5A68-9812-46AA-9225-C551D9F99D6A}"/>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D26DF86-092E-4BF7-92B6-DA84F916D95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A9AF27E-3E0B-44D0-BF47-A1EF0C9ABF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D0877B22-1C35-41F2-9049-A1A05B7784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5836E39-4B21-4464-9187-1AF43D5AEAA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130731-FD45-4061-9A89-F4C90A67B9A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FC26A4C-8849-4432-B6B9-C2D3728D9856}"/>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AF5E07F6-8121-4C48-9C68-11C42A3D566D}"/>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42C2A938-54B4-486E-8562-F75B1B31555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B4EDFC3-4B58-426C-99AF-BD46DB9666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7665744-B8CF-414B-B465-606A876CC3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5607836-150C-4F7A-9201-5A56930B721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3206232-2B14-4090-BB46-4E90F55275E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61E8243F-24C5-4667-8B9D-838BEA27A6BB}"/>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7B42E0E1-FEB1-426D-A89A-B96CD4B7276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093A37B-FA9C-42FB-8C94-DDE9B356AB46}"/>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23550AD5-3ACE-4FB5-9F1F-98A55C6F614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3C5CB0FE-22B8-42E0-93FF-C02C8B8C15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F3A0BE77-2E56-41FC-B09D-C49F97269ED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CADAE1-FF7E-47E1-82B4-4CC5D574779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36AF67AF-9BA2-4439-86F0-0F59374DF2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FD8D6ED1-C319-4FA9-ADFE-D1D3581567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BEB8AED-F9A2-4D9C-B9A3-BE36F8241B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BC4F6BE-2A90-41B7-83A8-B94F80E9882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272D836-2513-494E-9491-8D4C2A2A5B1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C007718-C75E-4A02-B1E3-DDAF11716C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70AC7D-1CE9-45FB-BF2A-6092834F728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9C6F3B2-FD47-4180-8CAB-2B2D669C3E37}"/>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C7C8BB13-2C65-47DD-ABFF-36BA77CDE929}"/>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7A26BE7-3DBE-48EB-AABF-C6F0D2F259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C33B742E-2B1F-4654-A1F4-A6B6075B99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159603A-FA5A-45BB-B311-8C27DE80EA7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7DBA0E1-674E-404F-BE19-9DBBA44F105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3E5A473F-C316-42F2-9070-92892CF5A8D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DC6242FB-F200-4A34-9442-D0049FEE06A6}"/>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F758736A-5D52-470F-BA7F-D99C12FFC5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FCB1CC6-C325-4209-9283-49A0710AFD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021FFA2-BBB1-4E6A-9472-9A797CF68B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06B70D-7F95-4C58-B8FB-EF2A492F03B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30829C7-14F5-45AF-BA8D-FB451653DF9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DE0C8B8-8E01-4AD4-9C68-388D1CD4630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F93FBF25-FED5-4AB3-874F-1E4EA4D96A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6F25F50-4130-425C-9FD9-0543BB5872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2AC49CC-4BBE-40DC-9CF0-265C40D2D6C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D68C3C0-4FEA-42E3-BA76-E5F41292EE4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CA919D4-E96F-47F0-BBA6-EEBD00E2C5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8C1C26EB-6BEE-47BC-A6FE-BF9C1A2373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F5225D-AD52-4BFC-8355-E834A33B40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bf79a7a167f45f2" /><Relationship Type="http://schemas.openxmlformats.org/officeDocument/2006/relationships/slideLayout" Target="/ppt/slideLayouts/slideLayout1.xml" Id="Ref91372bdc2b49b5" /><Relationship Type="http://schemas.openxmlformats.org/officeDocument/2006/relationships/slideLayout" Target="/ppt/slideLayouts/slideLayout2.xml" Id="R4ed8fe1a32744d68" /><Relationship Type="http://schemas.openxmlformats.org/officeDocument/2006/relationships/slideLayout" Target="/ppt/slideLayouts/slideLayout3.xml" Id="Rca80f147836e4281" /><Relationship Type="http://schemas.openxmlformats.org/officeDocument/2006/relationships/slideLayout" Target="/ppt/slideLayouts/slideLayout4.xml" Id="Rbfa8204b291c4e00" /><Relationship Type="http://schemas.openxmlformats.org/officeDocument/2006/relationships/slideLayout" Target="/ppt/slideLayouts/slideLayout5.xml" Id="R8592a183b73d47bc" /><Relationship Type="http://schemas.openxmlformats.org/officeDocument/2006/relationships/slideLayout" Target="/ppt/slideLayouts/slideLayout6.xml" Id="R0752b77696de4851" /><Relationship Type="http://schemas.openxmlformats.org/officeDocument/2006/relationships/slideLayout" Target="/ppt/slideLayouts/slideLayout7.xml" Id="R5790a170746746d0" /><Relationship Type="http://schemas.openxmlformats.org/officeDocument/2006/relationships/slideLayout" Target="/ppt/slideLayouts/slideLayout8.xml" Id="Raf2e006a19cd414f" /><Relationship Type="http://schemas.openxmlformats.org/officeDocument/2006/relationships/slideLayout" Target="/ppt/slideLayouts/slideLayout9.xml" Id="R209464250cc44592" /><Relationship Type="http://schemas.openxmlformats.org/officeDocument/2006/relationships/slideLayout" Target="/ppt/slideLayouts/slideLayout10.xml" Id="R7db787d003b24cef" /><Relationship Type="http://schemas.openxmlformats.org/officeDocument/2006/relationships/slideLayout" Target="/ppt/slideLayouts/slideLayout11.xml" Id="R7d74996865c3498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83BFE8DC-8BE6-4A4C-9380-6434E87F300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9251762-16BB-4F15-BFB9-80CC1840F3C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8BD9BC1-819D-4370-B95A-1F07A4E6DE1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38975122-9BE9-445A-B34F-BCCDC7FA21AC}"/>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3EE647F-6620-4C1B-B313-01CD2C9D6F1E}"/>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91372bdc2b49b5"/>
    <p:sldLayoutId xmlns:r="http://schemas.openxmlformats.org/officeDocument/2006/relationships" id="2147483650" r:id="R4ed8fe1a32744d68"/>
    <p:sldLayoutId xmlns:r="http://schemas.openxmlformats.org/officeDocument/2006/relationships" id="2147483651" r:id="Rca80f147836e4281"/>
    <p:sldLayoutId xmlns:r="http://schemas.openxmlformats.org/officeDocument/2006/relationships" id="2147483652" r:id="Rbfa8204b291c4e00"/>
    <p:sldLayoutId xmlns:r="http://schemas.openxmlformats.org/officeDocument/2006/relationships" id="2147483653" r:id="R8592a183b73d47bc"/>
    <p:sldLayoutId xmlns:r="http://schemas.openxmlformats.org/officeDocument/2006/relationships" id="2147483654" r:id="R0752b77696de4851"/>
    <p:sldLayoutId xmlns:r="http://schemas.openxmlformats.org/officeDocument/2006/relationships" id="2147483655" r:id="R5790a170746746d0"/>
    <p:sldLayoutId xmlns:r="http://schemas.openxmlformats.org/officeDocument/2006/relationships" id="2147483656" r:id="Raf2e006a19cd414f"/>
    <p:sldLayoutId xmlns:r="http://schemas.openxmlformats.org/officeDocument/2006/relationships" id="2147483657" r:id="R209464250cc44592"/>
    <p:sldLayoutId xmlns:r="http://schemas.openxmlformats.org/officeDocument/2006/relationships" id="2147483658" r:id="R7db787d003b24cef"/>
    <p:sldLayoutId xmlns:r="http://schemas.openxmlformats.org/officeDocument/2006/relationships" id="2147483659" r:id="R7d74996865c3498d"/>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f0c71c3a585f4234" /><Relationship Type="http://schemas.openxmlformats.org/officeDocument/2006/relationships/image" Target="/ppt/media/image.jpeg" Id="Rb6ac8668977e4912" /><Relationship Type="http://schemas.openxmlformats.org/officeDocument/2006/relationships/notesSlide" Target="/ppt/notesSlides/notesSlide1.xml" Id="Rd004d7189a2b4b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02bdbf9259504093" /><Relationship Type="http://schemas.openxmlformats.org/officeDocument/2006/relationships/image" Target="/ppt/media/image2.jpeg" Id="R6b6f3022c1614697" /><Relationship Type="http://schemas.openxmlformats.org/officeDocument/2006/relationships/notesSlide" Target="/ppt/notesSlides/notesSlide2.xml" Id="Rd12458e1c82946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3445e29fdce740a2" /><Relationship Type="http://schemas.openxmlformats.org/officeDocument/2006/relationships/image" Target="/ppt/media/image3.jpeg" Id="R251bb0f4f1194fe8" /><Relationship Type="http://schemas.openxmlformats.org/officeDocument/2006/relationships/notesSlide" Target="/ppt/notesSlides/notesSlide3.xml" Id="R9619f2f9ff80494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250126078b246a5" /><Relationship Type="http://schemas.openxmlformats.org/officeDocument/2006/relationships/image" Target="/ppt/media/image.jpeg" Id="Rcdbdc0c81d8b4525" /><Relationship Type="http://schemas.openxmlformats.org/officeDocument/2006/relationships/image" Target="/ppt/media/image4.jpeg" Id="R70802007be1f4dcf" /><Relationship Type="http://schemas.openxmlformats.org/officeDocument/2006/relationships/image" Target="/ppt/media/image5.jpeg" Id="Rd4b8e172251a4472" /><Relationship Type="http://schemas.openxmlformats.org/officeDocument/2006/relationships/notesSlide" Target="/ppt/notesSlides/notesSlide4.xml" Id="R95c401dbfa6944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73511fdc64084af4" /><Relationship Type="http://schemas.openxmlformats.org/officeDocument/2006/relationships/image" Target="/ppt/media/image6.jpeg" Id="R9220d529412447a5" /><Relationship Type="http://schemas.openxmlformats.org/officeDocument/2006/relationships/notesSlide" Target="/ppt/notesSlides/notesSlide5.xml" Id="R4b830ec979a14c1f"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9ae4ed05e1b4426e" /><Relationship Type="http://schemas.openxmlformats.org/officeDocument/2006/relationships/image" Target="/ppt/media/image.png" Id="R68c53fbda5824f4a" /><Relationship Type="http://schemas.openxmlformats.org/officeDocument/2006/relationships/image" Target="/ppt/media/image7.jpeg" Id="R8796f280ef144f89" /><Relationship Type="http://schemas.openxmlformats.org/officeDocument/2006/relationships/notesSlide" Target="/ppt/notesSlides/notesSlide6.xml" Id="R1b1eb00e2d1945f7"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334d1975bf945e4" /><Relationship Type="http://schemas.openxmlformats.org/officeDocument/2006/relationships/image" Target="/ppt/media/image2.png" Id="R142d61096784458b" /><Relationship Type="http://schemas.openxmlformats.org/officeDocument/2006/relationships/notesSlide" Target="/ppt/notesSlides/notesSlide7.xml" Id="Rdec0b69263c54e5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a18e397922b494b" /><Relationship Type="http://schemas.openxmlformats.org/officeDocument/2006/relationships/notesSlide" Target="/ppt/notesSlides/notesSlide8.xml" Id="R92ff96c465fd44e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11e7660d29dd45e8" /><Relationship Type="http://schemas.openxmlformats.org/officeDocument/2006/relationships/notesSlide" Target="/ppt/notesSlides/notesSlide9.xml" Id="R948dae7a7c634f2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ff0a021a2ed148df" /><Relationship Type="http://schemas.openxmlformats.org/officeDocument/2006/relationships/image" Target="/ppt/media/image8.jpeg" Id="R262b39863bc448ea" /><Relationship Type="http://schemas.openxmlformats.org/officeDocument/2006/relationships/notesSlide" Target="/ppt/notesSlides/notesSlide10.xml" Id="R482124c13c8742f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dae6888aec614782" /><Relationship Type="http://schemas.openxmlformats.org/officeDocument/2006/relationships/image" Target="/ppt/media/image9.jpeg" Id="R2e5f6848fd9c40a7" /><Relationship Type="http://schemas.openxmlformats.org/officeDocument/2006/relationships/notesSlide" Target="/ppt/notesSlides/notesSlide11.xml" Id="Rdc4ebb2039ae41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49e267b289154e55" /><Relationship Type="http://schemas.openxmlformats.org/officeDocument/2006/relationships/image" Target="/ppt/media/image10.jpeg" Id="R9f860bd55c2e4853" /><Relationship Type="http://schemas.openxmlformats.org/officeDocument/2006/relationships/notesSlide" Target="/ppt/notesSlides/notesSlide12.xml" Id="R01646dd0fa2c49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12b1a44295ea44ed" /><Relationship Type="http://schemas.openxmlformats.org/officeDocument/2006/relationships/notesSlide" Target="/ppt/notesSlides/notesSlide13.xml" Id="R30df9297b1fd426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dd6f5c09bf3949b6" /><Relationship Type="http://schemas.openxmlformats.org/officeDocument/2006/relationships/chart" Target="/ppt/slides/charts/chart1.xml" Id="R1deb410621c148b0" /><Relationship Type="http://schemas.openxmlformats.org/officeDocument/2006/relationships/notesSlide" Target="/ppt/notesSlides/notesSlide14.xml" Id="Rba40ea6fe4ec47a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1a5d4cc8d3a94f88" /><Relationship Type="http://schemas.openxmlformats.org/officeDocument/2006/relationships/notesSlide" Target="/ppt/notesSlides/notesSlide15.xml" Id="R2799abedb89c4786" /></Relationships>
</file>

<file path=ppt/slides/charts/chart1.xml><?xml version="1.0" encoding="utf-8"?>
<c:chartSpace xmlns:c="http://schemas.openxmlformats.org/drawingml/2006/chart">
  <c:lang val="en-US"/>
  <c:chart>
    <c:plotArea>
      <c:barChart>
        <c:barDir val="col"/>
        <c:grouping val="stacked"/>
        <c:varyColors val="0"/>
        <c:ser>
          <c:idx val="0"/>
          <c:order val="0"/>
          <c:tx>
            <c:v>Lulus</c:v>
          </c:tx>
          <c:spPr>
            <a:solidFill xmlns:a="http://schemas.openxmlformats.org/drawingml/2006/main">
              <a:srgbClr val="0F9D91"/>
            </a:solidFill>
          </c:spPr>
          <c:invertIfNegative val="0"/>
          <c:dLbls>
            <c:txPr>
              <a:bodyPr xmlns:a="http://schemas.openxmlformats.org/drawingml/2006/main" anchorCtr="1"/>
              <a:lstStyle xmlns:a="http://schemas.openxmlformats.org/drawingml/2006/main"/>
              <a:p xmlns:a="http://schemas.openxmlformats.org/drawingml/2006/main">
                <a:pPr>
                  <a:defRPr sz="1500" b="1">
                    <a:solidFill>
                      <a:srgbClr val="FFFFFF"/>
                    </a:solidFill>
                    <a:latin typeface="Aptos"/>
                    <a:ea typeface="Aptos"/>
                    <a:cs typeface="Aptos"/>
                  </a:defRPr>
                </a:pPr>
              </a:p>
            </c:txPr>
            <c:dLblPos val="ctr"/>
            <c:showLegendKey val="0"/>
            <c:showVal val="1"/>
            <c:showCatName val="0"/>
            <c:showSerName val="0"/>
            <c:showPercent val="0"/>
            <c:showBubbleSize val="0"/>
            <c:showLeaderLines val="0"/>
          </c:dLbls>
          <c:cat>
            <c:strLit>
              <c:ptCount val="1"/>
              <c:pt idx="0">
                <c:v>PostgreSQL</c:v>
              </c:pt>
            </c:strLit>
          </c:cat>
          <c:val>
            <c:numLit>
              <c:formatCode>General</c:formatCode>
              <c:ptCount val="1"/>
              <c:pt idx="0">
                <c:v>176</c:v>
              </c:pt>
            </c:numLit>
          </c:val>
        </c:ser>
        <c:ser>
          <c:idx val="1"/>
          <c:order val="1"/>
          <c:tx>
            <c:v>Dilewati</c:v>
          </c:tx>
          <c:spPr>
            <a:solidFill xmlns:a="http://schemas.openxmlformats.org/drawingml/2006/main">
              <a:srgbClr val="E58C64"/>
            </a:solidFill>
          </c:spPr>
          <c:invertIfNegative val="0"/>
          <c:dLbls>
            <c:txPr>
              <a:bodyPr xmlns:a="http://schemas.openxmlformats.org/drawingml/2006/main" anchorCtr="1"/>
              <a:lstStyle xmlns:a="http://schemas.openxmlformats.org/drawingml/2006/main"/>
              <a:p xmlns:a="http://schemas.openxmlformats.org/drawingml/2006/main">
                <a:pPr>
                  <a:defRPr sz="1050">
                    <a:latin typeface="Aptos"/>
                    <a:ea typeface="Aptos"/>
                    <a:cs typeface="Aptos"/>
                  </a:defRPr>
                </a:pPr>
              </a:p>
            </c:txPr>
            <c:showLegendKey val="0"/>
            <c:showVal val="0"/>
            <c:showCatName val="0"/>
            <c:showSerName val="0"/>
            <c:showPercent val="0"/>
            <c:showBubbleSize val="0"/>
            <c:showLeaderLines val="0"/>
          </c:dLbls>
          <c:cat>
            <c:strLit>
              <c:ptCount val="1"/>
              <c:pt idx="0">
                <c:v>PostgreSQL</c:v>
              </c:pt>
            </c:strLit>
          </c:cat>
          <c:val>
            <c:numLit>
              <c:formatCode>General</c:formatCode>
              <c:ptCount val="1"/>
              <c:pt idx="0">
                <c:v>1</c:v>
              </c:pt>
            </c:numLit>
          </c:val>
        </c:ser>
        <c:dLbls>
          <c:txPr>
            <a:bodyPr xmlns:a="http://schemas.openxmlformats.org/drawingml/2006/main" anchorCtr="1"/>
            <a:lstStyle xmlns:a="http://schemas.openxmlformats.org/drawingml/2006/main"/>
            <a:p xmlns:a="http://schemas.openxmlformats.org/drawingml/2006/main">
              <a:pPr>
                <a:defRPr sz="1350" b="1">
                  <a:solidFill>
                    <a:srgbClr val="102A43"/>
                  </a:solidFill>
                  <a:latin typeface="Aptos"/>
                  <a:ea typeface="Aptos"/>
                  <a:cs typeface="Aptos"/>
                </a:defRPr>
              </a:pPr>
            </a:p>
          </c:txPr>
          <c:dLblPos val="ctr"/>
          <c:showLegendKey val="0"/>
          <c:showVal val="1"/>
          <c:showCatName val="0"/>
          <c:showSerName val="0"/>
          <c:showPercent val="0"/>
          <c:showBubbleSize val="0"/>
          <c:showLeaderLines val="0"/>
        </c:dLbls>
        <c:gapWidth val="70"/>
        <c:overlap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102A43"/>
                </a:solidFill>
                <a:latin typeface="Aptos"/>
                <a:ea typeface="Aptos"/>
                <a:cs typeface="Aptos"/>
              </a:defRPr>
            </a:pPr>
          </a:p>
        </c:txPr>
        <c:crossAx val="48672768"/>
      </c:catAx>
      <c:valAx>
        <c:axId val="48672768"/>
        <c:scaling>
          <c:orientation val="minMax"/>
          <c:max val="180"/>
          <c:min val="0"/>
        </c:scaling>
        <c:delete val="0"/>
        <c:axPos val="l"/>
        <c:majorGridlines>
          <c:spPr>
            <a:ln xmlns:a="http://schemas.openxmlformats.org/drawingml/2006/main" w="6668">
              <a:solidFill>
                <a:srgbClr val="DCE5EB"/>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17586"/>
                </a:solidFill>
                <a:latin typeface="Aptos"/>
                <a:ea typeface="Aptos"/>
                <a:cs typeface="Aptos"/>
              </a:defRPr>
            </a:pPr>
          </a:p>
        </c:txPr>
        <c:crossAx val="48650112"/>
        <c:crossBetween val="between"/>
        <c:majorUnit val="60"/>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617586"/>
              </a:solidFill>
              <a:latin typeface="Aptos"/>
              <a:ea typeface="Aptos"/>
              <a:cs typeface="Aptos"/>
            </a:defRPr>
          </a:pPr>
        </a:p>
      </c:txPr>
    </c:legend>
    <c:plotVisOnly val="1"/>
  </c:chart>
  <c:spPr>
    <a:noFill xmlns:a="http://schemas.openxmlformats.org/drawingml/2006/main"/>
  </c:spPr>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2" name="Oval 1">
            <a:extLst xmlns:a="http://schemas.openxmlformats.org/drawingml/2006/main">
              <a:ext uri="{FF2B5EF4-FFF2-40B4-BE49-F238E27FC236}">
                <a16:creationId xmlns:a16="http://schemas.microsoft.com/office/drawing/2014/main" id="{298A6875-EE04-4D14-8A77-A6F24CBE9756}"/>
              </a:ext>
            </a:extLst>
          </p:cNvPr>
          <p:cNvSpPr>
            <a:spLocks xmlns:a="http://schemas.openxmlformats.org/drawingml/2006/main" noGrp="1"/>
          </p:cNvSpPr>
          <p:nvPr/>
        </p:nvSpPr>
        <p:spPr>
          <a:xfrm xmlns:a="http://schemas.openxmlformats.org/drawingml/2006/main">
            <a:off x="9555480" y="-502920"/>
            <a:ext cx="3383280" cy="3383280"/>
          </a:xfrm>
          <a:prstGeom xmlns:a="http://schemas.openxmlformats.org/drawingml/2006/main" prst="ellipse">
            <a:avLst/>
          </a:prstGeom>
          <a:solidFill xmlns:a="http://schemas.openxmlformats.org/drawingml/2006/main">
            <a:srgbClr val="183B5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Oval 2">
            <a:extLst xmlns:a="http://schemas.openxmlformats.org/drawingml/2006/main">
              <a:ext uri="{FF2B5EF4-FFF2-40B4-BE49-F238E27FC236}">
                <a16:creationId xmlns:a16="http://schemas.microsoft.com/office/drawing/2014/main" id="{ED9376D9-B728-4823-8A3B-A7E3161CBD29}"/>
              </a:ext>
            </a:extLst>
          </p:cNvPr>
          <p:cNvSpPr>
            <a:spLocks xmlns:a="http://schemas.openxmlformats.org/drawingml/2006/main" noGrp="1"/>
          </p:cNvSpPr>
          <p:nvPr/>
        </p:nvSpPr>
        <p:spPr>
          <a:xfrm xmlns:a="http://schemas.openxmlformats.org/drawingml/2006/main">
            <a:off x="10241280" y="4526280"/>
            <a:ext cx="2377440" cy="2377440"/>
          </a:xfrm>
          <a:prstGeom xmlns:a="http://schemas.openxmlformats.org/drawingml/2006/main" prst="ellipse">
            <a:avLst/>
          </a:prstGeom>
          <a:solidFill xmlns:a="http://schemas.openxmlformats.org/drawingml/2006/main">
            <a:srgbClr val="08776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Oval 3">
            <a:extLst xmlns:a="http://schemas.openxmlformats.org/drawingml/2006/main">
              <a:ext uri="{FF2B5EF4-FFF2-40B4-BE49-F238E27FC236}">
                <a16:creationId xmlns:a16="http://schemas.microsoft.com/office/drawing/2014/main" id="{4A2B195C-F7C1-478B-959C-8C47769DCF18}"/>
              </a:ext>
            </a:extLst>
          </p:cNvPr>
          <p:cNvSpPr>
            <a:spLocks xmlns:a="http://schemas.openxmlformats.org/drawingml/2006/main" noGrp="1"/>
          </p:cNvSpPr>
          <p:nvPr/>
        </p:nvSpPr>
        <p:spPr>
          <a:xfrm xmlns:a="http://schemas.openxmlformats.org/drawingml/2006/main">
            <a:off x="5715000" y="5257800"/>
            <a:ext cx="960120" cy="960120"/>
          </a:xfrm>
          <a:prstGeom xmlns:a="http://schemas.openxmlformats.org/drawingml/2006/main" prst="ellipse">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 name="Rounded Rectangle 4">
            <a:extLst xmlns:a="http://schemas.openxmlformats.org/drawingml/2006/main">
              <a:ext uri="{FF2B5EF4-FFF2-40B4-BE49-F238E27FC236}">
                <a16:creationId xmlns:a16="http://schemas.microsoft.com/office/drawing/2014/main" id="{BB2003FC-791A-471A-A7DD-9A7BAF55A12B}"/>
              </a:ext>
            </a:extLst>
          </p:cNvPr>
          <p:cNvSpPr>
            <a:spLocks xmlns:a="http://schemas.openxmlformats.org/drawingml/2006/main" noGrp="1"/>
          </p:cNvSpPr>
          <p:nvPr/>
        </p:nvSpPr>
        <p:spPr>
          <a:xfrm xmlns:a="http://schemas.openxmlformats.org/drawingml/2006/main">
            <a:off x="731520" y="594360"/>
            <a:ext cx="1325880" cy="347472"/>
          </a:xfrm>
          <a:prstGeom xmlns:a="http://schemas.openxmlformats.org/drawingml/2006/main" prst="roundRect">
            <a:avLst>
              <a:gd name="adj" fmla="val 16447"/>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9A5902D2-1B4C-4ED3-BBAE-B8302411D950}"/>
              </a:ext>
            </a:extLst>
          </p:cNvPr>
          <p:cNvSpPr>
            <a:spLocks xmlns:a="http://schemas.openxmlformats.org/drawingml/2006/main" noGrp="1"/>
          </p:cNvSpPr>
          <p:nvPr/>
        </p:nvSpPr>
        <p:spPr>
          <a:xfrm xmlns:a="http://schemas.openxmlformats.org/drawingml/2006/main">
            <a:off x="822960" y="621792"/>
            <a:ext cx="1143000" cy="27432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000" b="1" i="0" spc="50">
                <a:solidFill>
                  <a:srgbClr val="FFFFFF"/>
                </a:solidFill>
                <a:latin typeface="Aptos"/>
                <a:ea typeface="Aptos"/>
                <a:cs typeface="Aptos"/>
              </a:rPr>
              <a:t>KELOMPOK 11</a:t>
            </a:r>
          </a:p>
        </p:txBody>
      </p:sp>
      <p:sp>
        <p:nvSpPr>
          <p:cNvPr id="7" name="TextBox 6">
            <a:extLst xmlns:a="http://schemas.openxmlformats.org/drawingml/2006/main">
              <a:ext uri="{FF2B5EF4-FFF2-40B4-BE49-F238E27FC236}">
                <a16:creationId xmlns:a16="http://schemas.microsoft.com/office/drawing/2014/main" id="{05C92F25-C290-4023-8CD3-9F07272FD6D8}"/>
              </a:ext>
            </a:extLst>
          </p:cNvPr>
          <p:cNvSpPr>
            <a:spLocks xmlns:a="http://schemas.openxmlformats.org/drawingml/2006/main" noGrp="1"/>
          </p:cNvSpPr>
          <p:nvPr/>
        </p:nvSpPr>
        <p:spPr>
          <a:xfrm xmlns:a="http://schemas.openxmlformats.org/drawingml/2006/main">
            <a:off x="749808" y="1481328"/>
            <a:ext cx="5120640" cy="7498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3900" b="1" i="0">
                <a:solidFill>
                  <a:srgbClr val="FFFFFF"/>
                </a:solidFill>
                <a:latin typeface="Aptos"/>
                <a:ea typeface="Aptos"/>
                <a:cs typeface="Aptos"/>
              </a:rPr>
              <a:t>ResearchMate AI</a:t>
            </a:r>
          </a:p>
        </p:txBody>
      </p:sp>
      <p:sp>
        <p:nvSpPr>
          <p:cNvPr id="8" name="TextBox 7">
            <a:extLst xmlns:a="http://schemas.openxmlformats.org/drawingml/2006/main">
              <a:ext uri="{FF2B5EF4-FFF2-40B4-BE49-F238E27FC236}">
                <a16:creationId xmlns:a16="http://schemas.microsoft.com/office/drawing/2014/main" id="{C56FD49C-476F-40D7-9E33-14AFF07EB0B7}"/>
              </a:ext>
            </a:extLst>
          </p:cNvPr>
          <p:cNvSpPr>
            <a:spLocks xmlns:a="http://schemas.openxmlformats.org/drawingml/2006/main" noGrp="1"/>
          </p:cNvSpPr>
          <p:nvPr/>
        </p:nvSpPr>
        <p:spPr>
          <a:xfrm xmlns:a="http://schemas.openxmlformats.org/drawingml/2006/main">
            <a:off x="777240" y="2404872"/>
            <a:ext cx="484632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2000" b="1" i="0">
                <a:solidFill>
                  <a:srgbClr val="B9F2E8"/>
                </a:solidFill>
                <a:latin typeface="Aptos"/>
                <a:ea typeface="Aptos"/>
                <a:cs typeface="Aptos"/>
              </a:rPr>
              <a:t>Riset berbasis sumber</a:t>
            </a:r>
          </a:p>
        </p:txBody>
      </p:sp>
      <p:sp>
        <p:nvSpPr>
          <p:cNvPr id="9" name="TextBox 8">
            <a:extLst xmlns:a="http://schemas.openxmlformats.org/drawingml/2006/main">
              <a:ext uri="{FF2B5EF4-FFF2-40B4-BE49-F238E27FC236}">
                <a16:creationId xmlns:a16="http://schemas.microsoft.com/office/drawing/2014/main" id="{BD480395-1504-4CE9-821D-9943A72B0580}"/>
              </a:ext>
            </a:extLst>
          </p:cNvPr>
          <p:cNvSpPr>
            <a:spLocks xmlns:a="http://schemas.openxmlformats.org/drawingml/2006/main" noGrp="1"/>
          </p:cNvSpPr>
          <p:nvPr/>
        </p:nvSpPr>
        <p:spPr>
          <a:xfrm xmlns:a="http://schemas.openxmlformats.org/drawingml/2006/main">
            <a:off x="786384" y="2944368"/>
            <a:ext cx="4480560" cy="777240"/>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t">
            <a:spAutoFit/>
          </a:bodyPr>
          <a:lstStyle xmlns:a="http://schemas.openxmlformats.org/drawingml/2006/main"/>
          <a:p xmlns:a="http://schemas.openxmlformats.org/drawingml/2006/main">
            <a:pPr algn="l">
              <a:spcBef>
                <a:spcPts val="0"/>
              </a:spcBef>
              <a:spcAft>
                <a:spcPts val="0"/>
              </a:spcAft>
              <a:buNone/>
            </a:pPr>
            <a:r>
              <a:rPr sz="1600" b="0" i="0">
                <a:solidFill>
                  <a:srgbClr val="C6D5DE"/>
                </a:solidFill>
                <a:latin typeface="Aptos"/>
                <a:ea typeface="Aptos"/>
                <a:cs typeface="Aptos"/>
              </a:rPr>
              <a:t>Asisten riset untuk menata literatur dan meninjau bukti bersama AI.</a:t>
            </a:r>
          </a:p>
        </p:txBody>
      </p:sp>
      <p:sp>
        <p:nvSpPr>
          <p:cNvPr id="10" name="Rectangle 9">
            <a:extLst xmlns:a="http://schemas.openxmlformats.org/drawingml/2006/main">
              <a:ext uri="{FF2B5EF4-FFF2-40B4-BE49-F238E27FC236}">
                <a16:creationId xmlns:a16="http://schemas.microsoft.com/office/drawing/2014/main" id="{2A5AAE3B-DA0C-40AC-8FE7-1FA1641A9B6A}"/>
              </a:ext>
            </a:extLst>
          </p:cNvPr>
          <p:cNvSpPr>
            <a:spLocks xmlns:a="http://schemas.openxmlformats.org/drawingml/2006/main" noGrp="1"/>
          </p:cNvSpPr>
          <p:nvPr/>
        </p:nvSpPr>
        <p:spPr>
          <a:xfrm xmlns:a="http://schemas.openxmlformats.org/drawingml/2006/main">
            <a:off x="786384" y="3913632"/>
            <a:ext cx="621792"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4862A04C-D684-4EC3-BCF0-391DC2EB9668}"/>
              </a:ext>
            </a:extLst>
          </p:cNvPr>
          <p:cNvSpPr>
            <a:spLocks xmlns:a="http://schemas.openxmlformats.org/drawingml/2006/main" noGrp="1"/>
          </p:cNvSpPr>
          <p:nvPr/>
        </p:nvSpPr>
        <p:spPr>
          <a:xfrm xmlns:a="http://schemas.openxmlformats.org/drawingml/2006/main">
            <a:off x="786384" y="4142232"/>
            <a:ext cx="4389120" cy="1874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50" b="1">
                <a:solidFill>
                  <a:srgbClr val="A8C2D1"/>
                </a:solidFill>
                <a:latin typeface="Aptos"/>
                <a:ea typeface="Aptos"/>
                <a:cs typeface="Aptos"/>
              </a:defRPr>
            </a:defPPr>
            <a:lvl1pPr algn="l">
              <a:buNone/>
              <a:defRPr sz="1050" b="1">
                <a:solidFill>
                  <a:srgbClr val="A8C2D1"/>
                </a:solidFill>
                <a:latin typeface="Aptos"/>
                <a:ea typeface="Aptos"/>
                <a:cs typeface="Aptos"/>
              </a:defRPr>
            </a:lvl1pPr>
            <a:lvl2pPr algn="l">
              <a:buNone/>
              <a:defRPr sz="1050" b="1">
                <a:solidFill>
                  <a:srgbClr val="A8C2D1"/>
                </a:solidFill>
                <a:latin typeface="Aptos"/>
                <a:ea typeface="Aptos"/>
                <a:cs typeface="Aptos"/>
              </a:defRPr>
            </a:lvl2pPr>
            <a:lvl3pPr algn="l">
              <a:buNone/>
              <a:defRPr sz="1050" b="1">
                <a:solidFill>
                  <a:srgbClr val="A8C2D1"/>
                </a:solidFill>
                <a:latin typeface="Aptos"/>
                <a:ea typeface="Aptos"/>
                <a:cs typeface="Aptos"/>
              </a:defRPr>
            </a:lvl3pPr>
            <a:lvl4pPr algn="l">
              <a:buNone/>
              <a:defRPr sz="1050" b="1">
                <a:solidFill>
                  <a:srgbClr val="A8C2D1"/>
                </a:solidFill>
                <a:latin typeface="Aptos"/>
                <a:ea typeface="Aptos"/>
                <a:cs typeface="Aptos"/>
              </a:defRPr>
            </a:lvl4pPr>
            <a:lvl5pPr algn="l">
              <a:buNone/>
              <a:defRPr sz="1050" b="1">
                <a:solidFill>
                  <a:srgbClr val="A8C2D1"/>
                </a:solidFill>
                <a:latin typeface="Aptos"/>
                <a:ea typeface="Aptos"/>
                <a:cs typeface="Aptos"/>
              </a:defRPr>
            </a:lvl5pPr>
            <a:lvl6pPr algn="l">
              <a:buNone/>
              <a:defRPr sz="1050" b="1">
                <a:solidFill>
                  <a:srgbClr val="A8C2D1"/>
                </a:solidFill>
                <a:latin typeface="Aptos"/>
                <a:ea typeface="Aptos"/>
                <a:cs typeface="Aptos"/>
              </a:defRPr>
            </a:lvl6pPr>
            <a:lvl7pPr algn="l">
              <a:buNone/>
              <a:defRPr sz="1050" b="1">
                <a:solidFill>
                  <a:srgbClr val="A8C2D1"/>
                </a:solidFill>
                <a:latin typeface="Aptos"/>
                <a:ea typeface="Aptos"/>
                <a:cs typeface="Aptos"/>
              </a:defRPr>
            </a:lvl7pPr>
            <a:lvl8pPr algn="l">
              <a:buNone/>
              <a:defRPr sz="1050" b="1">
                <a:solidFill>
                  <a:srgbClr val="A8C2D1"/>
                </a:solidFill>
                <a:latin typeface="Aptos"/>
                <a:ea typeface="Aptos"/>
                <a:cs typeface="Aptos"/>
              </a:defRPr>
            </a:lvl8pPr>
            <a:lvl9pPr algn="l">
              <a:buNone/>
              <a:defRPr sz="1050" b="1">
                <a:solidFill>
                  <a:srgbClr val="A8C2D1"/>
                </a:solidFill>
                <a:latin typeface="Aptos"/>
                <a:ea typeface="Aptos"/>
                <a:cs typeface="Aptos"/>
              </a:defRPr>
            </a:lvl9pPr>
          </a:lstStyle>
          <a:p xmlns:a="http://schemas.openxmlformats.org/drawingml/2006/main">
            <a:pPr algn="l">
              <a:spcBef>
                <a:spcPts val="0"/>
              </a:spcBef>
              <a:spcAft>
                <a:spcPts val="0"/>
              </a:spcAft>
              <a:buNone/>
              <a:defRPr sz="1050" b="1">
                <a:solidFill>
                  <a:srgbClr val="A8C2D1"/>
                </a:solidFill>
                <a:latin typeface="Aptos"/>
                <a:ea typeface="Aptos"/>
                <a:cs typeface="Aptos"/>
              </a:defRPr>
            </a:pPr>
            <a:r>
              <a:rPr sz="1050" b="1" i="0" spc="55">
                <a:solidFill>
                  <a:srgbClr val="A8C2D1"/>
                </a:solidFill>
                <a:latin typeface="Aptos"/>
                <a:ea typeface="Aptos"/>
                <a:cs typeface="Aptos"/>
              </a:rPr>
              <a:t>ENAM AGEN AI  /  SENOPATI  /  QDRANT</a:t>
            </a:r>
          </a:p>
        </p:txBody>
      </p:sp>
      <p:sp>
        <p:nvSpPr>
          <p:cNvPr id="12" name="TextBox 11">
            <a:extLst xmlns:a="http://schemas.openxmlformats.org/drawingml/2006/main">
              <a:ext uri="{FF2B5EF4-FFF2-40B4-BE49-F238E27FC236}">
                <a16:creationId xmlns:a16="http://schemas.microsoft.com/office/drawing/2014/main" id="{3A475792-D241-4367-866F-BFA35002549F}"/>
              </a:ext>
            </a:extLst>
          </p:cNvPr>
          <p:cNvSpPr>
            <a:spLocks xmlns:a="http://schemas.openxmlformats.org/drawingml/2006/main" noGrp="1"/>
          </p:cNvSpPr>
          <p:nvPr/>
        </p:nvSpPr>
        <p:spPr>
          <a:xfrm xmlns:a="http://schemas.openxmlformats.org/drawingml/2006/main">
            <a:off x="786384" y="5879592"/>
            <a:ext cx="4762500" cy="22174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275">
                <a:solidFill>
                  <a:srgbClr val="C6D5DE"/>
                </a:solidFill>
                <a:latin typeface="Aptos"/>
                <a:ea typeface="Aptos"/>
                <a:cs typeface="Aptos"/>
              </a:defRPr>
            </a:defPPr>
            <a:lvl1pPr algn="l">
              <a:buNone/>
              <a:defRPr sz="1100">
                <a:solidFill>
                  <a:srgbClr val="C6D5DE"/>
                </a:solidFill>
                <a:latin typeface="Aptos"/>
                <a:ea typeface="Aptos"/>
                <a:cs typeface="Aptos"/>
              </a:defRPr>
            </a:lvl1pPr>
            <a:lvl2pPr algn="l">
              <a:buNone/>
              <a:defRPr sz="1100">
                <a:solidFill>
                  <a:srgbClr val="C6D5DE"/>
                </a:solidFill>
                <a:latin typeface="Aptos"/>
                <a:ea typeface="Aptos"/>
                <a:cs typeface="Aptos"/>
              </a:defRPr>
            </a:lvl2pPr>
            <a:lvl3pPr algn="l">
              <a:buNone/>
              <a:defRPr sz="1100">
                <a:solidFill>
                  <a:srgbClr val="C6D5DE"/>
                </a:solidFill>
                <a:latin typeface="Aptos"/>
                <a:ea typeface="Aptos"/>
                <a:cs typeface="Aptos"/>
              </a:defRPr>
            </a:lvl3pPr>
            <a:lvl4pPr algn="l">
              <a:buNone/>
              <a:defRPr sz="1100">
                <a:solidFill>
                  <a:srgbClr val="C6D5DE"/>
                </a:solidFill>
                <a:latin typeface="Aptos"/>
                <a:ea typeface="Aptos"/>
                <a:cs typeface="Aptos"/>
              </a:defRPr>
            </a:lvl4pPr>
            <a:lvl5pPr algn="l">
              <a:buNone/>
              <a:defRPr sz="1100">
                <a:solidFill>
                  <a:srgbClr val="C6D5DE"/>
                </a:solidFill>
                <a:latin typeface="Aptos"/>
                <a:ea typeface="Aptos"/>
                <a:cs typeface="Aptos"/>
              </a:defRPr>
            </a:lvl5pPr>
            <a:lvl6pPr algn="l">
              <a:buNone/>
              <a:defRPr sz="1100">
                <a:solidFill>
                  <a:srgbClr val="C6D5DE"/>
                </a:solidFill>
                <a:latin typeface="Aptos"/>
                <a:ea typeface="Aptos"/>
                <a:cs typeface="Aptos"/>
              </a:defRPr>
            </a:lvl6pPr>
            <a:lvl7pPr algn="l">
              <a:buNone/>
              <a:defRPr sz="1100">
                <a:solidFill>
                  <a:srgbClr val="C6D5DE"/>
                </a:solidFill>
                <a:latin typeface="Aptos"/>
                <a:ea typeface="Aptos"/>
                <a:cs typeface="Aptos"/>
              </a:defRPr>
            </a:lvl7pPr>
            <a:lvl8pPr algn="l">
              <a:buNone/>
              <a:defRPr sz="1100">
                <a:solidFill>
                  <a:srgbClr val="C6D5DE"/>
                </a:solidFill>
                <a:latin typeface="Aptos"/>
                <a:ea typeface="Aptos"/>
                <a:cs typeface="Aptos"/>
              </a:defRPr>
            </a:lvl8pPr>
            <a:lvl9pPr algn="l">
              <a:buNone/>
              <a:defRPr sz="1100">
                <a:solidFill>
                  <a:srgbClr val="C6D5DE"/>
                </a:solidFill>
                <a:latin typeface="Aptos"/>
                <a:ea typeface="Aptos"/>
                <a:cs typeface="Aptos"/>
              </a:defRPr>
            </a:lvl9pPr>
          </a:lstStyle>
          <a:p xmlns:a="http://schemas.openxmlformats.org/drawingml/2006/main">
            <a:pPr algn="l">
              <a:spcBef>
                <a:spcPts val="0"/>
              </a:spcBef>
              <a:spcAft>
                <a:spcPts val="0"/>
              </a:spcAft>
              <a:buNone/>
              <a:defRPr sz="1275">
                <a:solidFill>
                  <a:srgbClr val="C6D5DE"/>
                </a:solidFill>
                <a:latin typeface="Aptos"/>
                <a:ea typeface="Aptos"/>
                <a:cs typeface="Aptos"/>
              </a:defRPr>
            </a:pPr>
            <a:r>
              <a:rPr sz="1275" b="0" i="0">
                <a:solidFill>
                  <a:srgbClr val="C6D5DE"/>
                </a:solidFill>
                <a:latin typeface="Aptos"/>
                <a:ea typeface="Aptos"/>
                <a:cs typeface="Aptos"/>
              </a:rPr>
              <a:t>Marco Marcello Hugo 5025221102</a:t>
            </a:r>
          </a:p>
        </p:txBody>
      </p:sp>
      <p:sp>
        <p:nvSpPr>
          <p:cNvPr id="13" name="Rounded Rectangle 12">
            <a:extLst xmlns:a="http://schemas.openxmlformats.org/drawingml/2006/main">
              <a:ext uri="{FF2B5EF4-FFF2-40B4-BE49-F238E27FC236}">
                <a16:creationId xmlns:a16="http://schemas.microsoft.com/office/drawing/2014/main" id="{D860621B-914F-4AD5-872B-5C271439B150}"/>
              </a:ext>
            </a:extLst>
          </p:cNvPr>
          <p:cNvSpPr>
            <a:spLocks xmlns:a="http://schemas.openxmlformats.org/drawingml/2006/main" noGrp="1"/>
          </p:cNvSpPr>
          <p:nvPr/>
        </p:nvSpPr>
        <p:spPr>
          <a:xfrm xmlns:a="http://schemas.openxmlformats.org/drawingml/2006/main">
            <a:off x="5852160" y="1115568"/>
            <a:ext cx="5669280" cy="4251960"/>
          </a:xfrm>
          <a:prstGeom xmlns:a="http://schemas.openxmlformats.org/drawingml/2006/main" prst="roundRect">
            <a:avLst>
              <a:gd name="adj" fmla="val 4480"/>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14" name="Picture 13">
            <a:extLst xmlns:a="http://schemas.openxmlformats.org/drawingml/2006/main">
              <a:ext uri="{FF2B5EF4-FFF2-40B4-BE49-F238E27FC236}">
                <a16:creationId xmlns:a16="http://schemas.microsoft.com/office/drawing/2014/main" id="{7399AF79-4E01-4B0B-A4B3-7D5E826C8789}"/>
              </a:ext>
            </a:extLst>
          </p:cNvPr>
          <p:cNvPicPr>
            <a:picLocks xmlns:a="http://schemas.openxmlformats.org/drawingml/2006/main" noChangeAspect="1"/>
          </p:cNvPicPr>
          <p:nvPr/>
        </p:nvPicPr>
        <p:blipFill>
          <a:blip xmlns:r="http://schemas.openxmlformats.org/officeDocument/2006/relationships" xmlns:a="http://schemas.openxmlformats.org/drawingml/2006/main" r:embed="Rb6ac8668977e4912"/>
          <a:stretch xmlns:a="http://schemas.openxmlformats.org/drawingml/2006/main">
            <a:fillRect l="0" t="0" r="0" b="0"/>
          </a:stretch>
        </p:blipFill>
        <p:spPr>
          <a:xfrm xmlns:a="http://schemas.openxmlformats.org/drawingml/2006/main">
            <a:off x="6025896" y="1739297"/>
            <a:ext cx="5321808" cy="2995357"/>
          </a:xfrm>
          <a:prstGeom xmlns:a="http://schemas.openxmlformats.org/drawingml/2006/main" prst="rect">
            <a:avLst/>
          </a:prstGeom>
        </p:spPr>
      </p:pic>
      <p:sp>
        <p:nvSpPr>
          <p:cNvPr id="15" name="TextBox 14">
            <a:extLst xmlns:a="http://schemas.openxmlformats.org/drawingml/2006/main">
              <a:ext uri="{FF2B5EF4-FFF2-40B4-BE49-F238E27FC236}">
                <a16:creationId xmlns:a16="http://schemas.microsoft.com/office/drawing/2014/main" id="{07602514-0845-4D4E-8BB9-A867F1BABED7}"/>
              </a:ext>
            </a:extLst>
          </p:cNvPr>
          <p:cNvSpPr>
            <a:spLocks xmlns:a="http://schemas.openxmlformats.org/drawingml/2006/main" noGrp="1"/>
          </p:cNvSpPr>
          <p:nvPr/>
        </p:nvSpPr>
        <p:spPr>
          <a:xfrm xmlns:a="http://schemas.openxmlformats.org/drawingml/2006/main">
            <a:off x="6126480" y="5477256"/>
            <a:ext cx="5120640" cy="22174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275" b="1">
                <a:solidFill>
                  <a:srgbClr val="D8E5EC"/>
                </a:solidFill>
                <a:latin typeface="Aptos"/>
                <a:ea typeface="Aptos"/>
                <a:cs typeface="Aptos"/>
              </a:defRPr>
            </a:defPPr>
            <a:lvl1pPr algn="ctr">
              <a:buNone/>
              <a:defRPr sz="1275" b="1">
                <a:solidFill>
                  <a:srgbClr val="D8E5EC"/>
                </a:solidFill>
                <a:latin typeface="Aptos"/>
                <a:ea typeface="Aptos"/>
                <a:cs typeface="Aptos"/>
              </a:defRPr>
            </a:lvl1pPr>
            <a:lvl2pPr algn="ctr">
              <a:buNone/>
              <a:defRPr sz="1275" b="1">
                <a:solidFill>
                  <a:srgbClr val="D8E5EC"/>
                </a:solidFill>
                <a:latin typeface="Aptos"/>
                <a:ea typeface="Aptos"/>
                <a:cs typeface="Aptos"/>
              </a:defRPr>
            </a:lvl2pPr>
            <a:lvl3pPr algn="ctr">
              <a:buNone/>
              <a:defRPr sz="1275" b="1">
                <a:solidFill>
                  <a:srgbClr val="D8E5EC"/>
                </a:solidFill>
                <a:latin typeface="Aptos"/>
                <a:ea typeface="Aptos"/>
                <a:cs typeface="Aptos"/>
              </a:defRPr>
            </a:lvl3pPr>
            <a:lvl4pPr algn="ctr">
              <a:buNone/>
              <a:defRPr sz="1275" b="1">
                <a:solidFill>
                  <a:srgbClr val="D8E5EC"/>
                </a:solidFill>
                <a:latin typeface="Aptos"/>
                <a:ea typeface="Aptos"/>
                <a:cs typeface="Aptos"/>
              </a:defRPr>
            </a:lvl4pPr>
            <a:lvl5pPr algn="ctr">
              <a:buNone/>
              <a:defRPr sz="1275" b="1">
                <a:solidFill>
                  <a:srgbClr val="D8E5EC"/>
                </a:solidFill>
                <a:latin typeface="Aptos"/>
                <a:ea typeface="Aptos"/>
                <a:cs typeface="Aptos"/>
              </a:defRPr>
            </a:lvl5pPr>
            <a:lvl6pPr algn="ctr">
              <a:buNone/>
              <a:defRPr sz="1275" b="1">
                <a:solidFill>
                  <a:srgbClr val="D8E5EC"/>
                </a:solidFill>
                <a:latin typeface="Aptos"/>
                <a:ea typeface="Aptos"/>
                <a:cs typeface="Aptos"/>
              </a:defRPr>
            </a:lvl6pPr>
            <a:lvl7pPr algn="ctr">
              <a:buNone/>
              <a:defRPr sz="1275" b="1">
                <a:solidFill>
                  <a:srgbClr val="D8E5EC"/>
                </a:solidFill>
                <a:latin typeface="Aptos"/>
                <a:ea typeface="Aptos"/>
                <a:cs typeface="Aptos"/>
              </a:defRPr>
            </a:lvl7pPr>
            <a:lvl8pPr algn="ctr">
              <a:buNone/>
              <a:defRPr sz="1275" b="1">
                <a:solidFill>
                  <a:srgbClr val="D8E5EC"/>
                </a:solidFill>
                <a:latin typeface="Aptos"/>
                <a:ea typeface="Aptos"/>
                <a:cs typeface="Aptos"/>
              </a:defRPr>
            </a:lvl8pPr>
            <a:lvl9pPr algn="ctr">
              <a:buNone/>
              <a:defRPr sz="1275" b="1">
                <a:solidFill>
                  <a:srgbClr val="D8E5EC"/>
                </a:solidFill>
                <a:latin typeface="Aptos"/>
                <a:ea typeface="Aptos"/>
                <a:cs typeface="Aptos"/>
              </a:defRPr>
            </a:lvl9pPr>
          </a:lstStyle>
          <a:p xmlns:a="http://schemas.openxmlformats.org/drawingml/2006/main">
            <a:pPr algn="ctr">
              <a:spcBef>
                <a:spcPts val="0"/>
              </a:spcBef>
              <a:spcAft>
                <a:spcPts val="0"/>
              </a:spcAft>
              <a:buNone/>
              <a:defRPr sz="1275" b="1">
                <a:solidFill>
                  <a:srgbClr val="D8E5EC"/>
                </a:solidFill>
                <a:latin typeface="Aptos"/>
                <a:ea typeface="Aptos"/>
                <a:cs typeface="Aptos"/>
              </a:defRPr>
            </a:pPr>
            <a:r>
              <a:rPr sz="1275" b="1" i="0">
                <a:solidFill>
                  <a:srgbClr val="D8E5EC"/>
                </a:solidFill>
                <a:latin typeface="Aptos"/>
                <a:ea typeface="Aptos"/>
                <a:cs typeface="Aptos"/>
              </a:rPr>
              <a:t>Literatur, bukti, dan laporan dalam satu ruang riset</a:t>
            </a:r>
          </a:p>
        </p:txBody>
      </p:sp>
    </p:spTree>
    <p:extLst>
      <p:ext uri="{BB962C8B-B14F-4D97-AF65-F5344CB8AC3E}">
        <p14:creationId xmlns:p14="http://schemas.microsoft.com/office/powerpoint/2010/main" val="1653148488"/>
      </p:ext>
    </p:extLst>
  </p:cSld>
</p:sld>
</file>

<file path=ppt/slides/slide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3643C6C-7295-4F51-9476-F23937AD40F6}"/>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4C7EB696-E141-484A-B3A4-B94CEE4BDEED}"/>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OVERVIEW</a:t>
            </a:r>
          </a:p>
        </p:txBody>
      </p:sp>
      <p:sp>
        <p:nvSpPr>
          <p:cNvPr id="4" name="TextBox 3">
            <a:extLst xmlns:a="http://schemas.openxmlformats.org/drawingml/2006/main">
              <a:ext uri="{FF2B5EF4-FFF2-40B4-BE49-F238E27FC236}">
                <a16:creationId xmlns:a16="http://schemas.microsoft.com/office/drawing/2014/main" id="{B3112FBD-E475-4230-9132-116DE141DAE0}"/>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Satu ruang untuk riset berbasis bukti</a:t>
            </a:r>
          </a:p>
        </p:txBody>
      </p:sp>
      <p:sp>
        <p:nvSpPr>
          <p:cNvPr id="5" name="Rectangle 4">
            <a:extLst xmlns:a="http://schemas.openxmlformats.org/drawingml/2006/main">
              <a:ext uri="{FF2B5EF4-FFF2-40B4-BE49-F238E27FC236}">
                <a16:creationId xmlns:a16="http://schemas.microsoft.com/office/drawing/2014/main" id="{7D7B6998-F805-4C67-B55D-4DEAD6F1A1F2}"/>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7893D4B0-E3D4-4366-B3E0-0282A5E6D1D3}"/>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5CF266CA-D5EA-4346-B9C9-1492D1AAC038}"/>
              </a:ext>
            </a:extLst>
          </p:cNvPr>
          <p:cNvSpPr>
            <a:spLocks xmlns:a="http://schemas.openxmlformats.org/drawingml/2006/main" noGrp="1"/>
          </p:cNvSpPr>
          <p:nvPr/>
        </p:nvSpPr>
        <p:spPr>
          <a:xfrm xmlns:a="http://schemas.openxmlformats.org/drawingml/2006/main">
            <a:off x="713232" y="1417320"/>
            <a:ext cx="2834640" cy="3639312"/>
          </a:xfrm>
          <a:prstGeom xmlns:a="http://schemas.openxmlformats.org/drawingml/2006/main" prst="roundRect">
            <a:avLst>
              <a:gd name="adj" fmla="val 6720"/>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2132500-B629-4A20-B0F9-6FC969577A72}"/>
              </a:ext>
            </a:extLst>
          </p:cNvPr>
          <p:cNvSpPr>
            <a:spLocks xmlns:a="http://schemas.openxmlformats.org/drawingml/2006/main" noGrp="1"/>
          </p:cNvSpPr>
          <p:nvPr/>
        </p:nvSpPr>
        <p:spPr>
          <a:xfrm xmlns:a="http://schemas.openxmlformats.org/drawingml/2006/main">
            <a:off x="932688" y="1609344"/>
            <a:ext cx="2331720" cy="1874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50" b="1">
                <a:solidFill>
                  <a:srgbClr val="08776F"/>
                </a:solidFill>
                <a:latin typeface="Aptos"/>
                <a:ea typeface="Aptos"/>
                <a:cs typeface="Aptos"/>
              </a:defRPr>
            </a:defPPr>
            <a:lvl1pPr algn="l">
              <a:buNone/>
              <a:defRPr sz="1050" b="1">
                <a:solidFill>
                  <a:srgbClr val="08776F"/>
                </a:solidFill>
                <a:latin typeface="Aptos"/>
                <a:ea typeface="Aptos"/>
                <a:cs typeface="Aptos"/>
              </a:defRPr>
            </a:lvl1pPr>
            <a:lvl2pPr algn="l">
              <a:buNone/>
              <a:defRPr sz="1050" b="1">
                <a:solidFill>
                  <a:srgbClr val="08776F"/>
                </a:solidFill>
                <a:latin typeface="Aptos"/>
                <a:ea typeface="Aptos"/>
                <a:cs typeface="Aptos"/>
              </a:defRPr>
            </a:lvl2pPr>
            <a:lvl3pPr algn="l">
              <a:buNone/>
              <a:defRPr sz="1050" b="1">
                <a:solidFill>
                  <a:srgbClr val="08776F"/>
                </a:solidFill>
                <a:latin typeface="Aptos"/>
                <a:ea typeface="Aptos"/>
                <a:cs typeface="Aptos"/>
              </a:defRPr>
            </a:lvl3pPr>
            <a:lvl4pPr algn="l">
              <a:buNone/>
              <a:defRPr sz="1050" b="1">
                <a:solidFill>
                  <a:srgbClr val="08776F"/>
                </a:solidFill>
                <a:latin typeface="Aptos"/>
                <a:ea typeface="Aptos"/>
                <a:cs typeface="Aptos"/>
              </a:defRPr>
            </a:lvl4pPr>
            <a:lvl5pPr algn="l">
              <a:buNone/>
              <a:defRPr sz="1050" b="1">
                <a:solidFill>
                  <a:srgbClr val="08776F"/>
                </a:solidFill>
                <a:latin typeface="Aptos"/>
                <a:ea typeface="Aptos"/>
                <a:cs typeface="Aptos"/>
              </a:defRPr>
            </a:lvl5pPr>
            <a:lvl6pPr algn="l">
              <a:buNone/>
              <a:defRPr sz="1050" b="1">
                <a:solidFill>
                  <a:srgbClr val="08776F"/>
                </a:solidFill>
                <a:latin typeface="Aptos"/>
                <a:ea typeface="Aptos"/>
                <a:cs typeface="Aptos"/>
              </a:defRPr>
            </a:lvl6pPr>
            <a:lvl7pPr algn="l">
              <a:buNone/>
              <a:defRPr sz="1050" b="1">
                <a:solidFill>
                  <a:srgbClr val="08776F"/>
                </a:solidFill>
                <a:latin typeface="Aptos"/>
                <a:ea typeface="Aptos"/>
                <a:cs typeface="Aptos"/>
              </a:defRPr>
            </a:lvl7pPr>
            <a:lvl8pPr algn="l">
              <a:buNone/>
              <a:defRPr sz="1050" b="1">
                <a:solidFill>
                  <a:srgbClr val="08776F"/>
                </a:solidFill>
                <a:latin typeface="Aptos"/>
                <a:ea typeface="Aptos"/>
                <a:cs typeface="Aptos"/>
              </a:defRPr>
            </a:lvl8pPr>
            <a:lvl9pPr algn="l">
              <a:buNone/>
              <a:defRPr sz="1050" b="1">
                <a:solidFill>
                  <a:srgbClr val="08776F"/>
                </a:solidFill>
                <a:latin typeface="Aptos"/>
                <a:ea typeface="Aptos"/>
                <a:cs typeface="Aptos"/>
              </a:defRPr>
            </a:lvl9pPr>
          </a:lstStyle>
          <a:p xmlns:a="http://schemas.openxmlformats.org/drawingml/2006/main">
            <a:pPr algn="l">
              <a:spcBef>
                <a:spcPts val="0"/>
              </a:spcBef>
              <a:spcAft>
                <a:spcPts val="0"/>
              </a:spcAft>
              <a:buNone/>
              <a:defRPr sz="1050" b="1">
                <a:solidFill>
                  <a:srgbClr val="08776F"/>
                </a:solidFill>
                <a:latin typeface="Aptos"/>
                <a:ea typeface="Aptos"/>
                <a:cs typeface="Aptos"/>
              </a:defRPr>
            </a:pPr>
            <a:r>
              <a:rPr sz="1050" b="1" i="0" spc="45">
                <a:solidFill>
                  <a:srgbClr val="08776F"/>
                </a:solidFill>
                <a:latin typeface="Aptos"/>
                <a:ea typeface="Aptos"/>
                <a:cs typeface="Aptos"/>
              </a:rPr>
              <a:t>FITUR UTAMA</a:t>
            </a:r>
          </a:p>
        </p:txBody>
      </p:sp>
      <p:sp>
        <p:nvSpPr>
          <p:cNvPr id="9" name="Oval 8">
            <a:extLst xmlns:a="http://schemas.openxmlformats.org/drawingml/2006/main">
              <a:ext uri="{FF2B5EF4-FFF2-40B4-BE49-F238E27FC236}">
                <a16:creationId xmlns:a16="http://schemas.microsoft.com/office/drawing/2014/main" id="{8D5EE051-5EF7-48D3-BB31-67F1F4A4D3BD}"/>
              </a:ext>
            </a:extLst>
          </p:cNvPr>
          <p:cNvSpPr>
            <a:spLocks xmlns:a="http://schemas.openxmlformats.org/drawingml/2006/main" noGrp="1"/>
          </p:cNvSpPr>
          <p:nvPr/>
        </p:nvSpPr>
        <p:spPr>
          <a:xfrm xmlns:a="http://schemas.openxmlformats.org/drawingml/2006/main">
            <a:off x="932688" y="1965960"/>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5E464BC-EE03-4DFD-B8E7-D23C9A908C65}"/>
              </a:ext>
            </a:extLst>
          </p:cNvPr>
          <p:cNvSpPr>
            <a:spLocks xmlns:a="http://schemas.openxmlformats.org/drawingml/2006/main" noGrp="1"/>
          </p:cNvSpPr>
          <p:nvPr/>
        </p:nvSpPr>
        <p:spPr>
          <a:xfrm xmlns:a="http://schemas.openxmlformats.org/drawingml/2006/main">
            <a:off x="932688" y="1965960"/>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00" b="1" i="0">
                <a:solidFill>
                  <a:srgbClr val="08776F"/>
                </a:solidFill>
                <a:latin typeface="Aptos"/>
                <a:ea typeface="Aptos"/>
                <a:cs typeface="Aptos"/>
              </a:rPr>
              <a:t>01</a:t>
            </a:r>
          </a:p>
        </p:txBody>
      </p:sp>
      <p:sp>
        <p:nvSpPr>
          <p:cNvPr id="11" name="TextBox 10">
            <a:extLst xmlns:a="http://schemas.openxmlformats.org/drawingml/2006/main">
              <a:ext uri="{FF2B5EF4-FFF2-40B4-BE49-F238E27FC236}">
                <a16:creationId xmlns:a16="http://schemas.microsoft.com/office/drawing/2014/main" id="{F0BCE382-8B0F-47C4-9CD8-F8ECABB8A48F}"/>
              </a:ext>
            </a:extLst>
          </p:cNvPr>
          <p:cNvSpPr>
            <a:spLocks xmlns:a="http://schemas.openxmlformats.org/drawingml/2006/main" noGrp="1"/>
          </p:cNvSpPr>
          <p:nvPr/>
        </p:nvSpPr>
        <p:spPr>
          <a:xfrm xmlns:a="http://schemas.openxmlformats.org/drawingml/2006/main">
            <a:off x="1417320" y="1956816"/>
            <a:ext cx="1783080" cy="2560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300" b="1" i="0">
                <a:solidFill>
                  <a:srgbClr val="102A43"/>
                </a:solidFill>
                <a:latin typeface="Aptos"/>
                <a:ea typeface="Aptos"/>
                <a:cs typeface="Aptos"/>
              </a:rPr>
              <a:t>Proyek</a:t>
            </a:r>
          </a:p>
        </p:txBody>
      </p:sp>
      <p:sp>
        <p:nvSpPr>
          <p:cNvPr id="12" name="TextBox 11">
            <a:extLst xmlns:a="http://schemas.openxmlformats.org/drawingml/2006/main">
              <a:ext uri="{FF2B5EF4-FFF2-40B4-BE49-F238E27FC236}">
                <a16:creationId xmlns:a16="http://schemas.microsoft.com/office/drawing/2014/main" id="{8B3C92E6-EF73-4725-B6AB-F59984472D07}"/>
              </a:ext>
            </a:extLst>
          </p:cNvPr>
          <p:cNvSpPr>
            <a:spLocks xmlns:a="http://schemas.openxmlformats.org/drawingml/2006/main" noGrp="1"/>
          </p:cNvSpPr>
          <p:nvPr/>
        </p:nvSpPr>
        <p:spPr>
          <a:xfrm xmlns:a="http://schemas.openxmlformats.org/drawingml/2006/main">
            <a:off x="1417320" y="2203704"/>
            <a:ext cx="182880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Pertanyaan dan batas riset</a:t>
            </a:r>
          </a:p>
        </p:txBody>
      </p:sp>
      <p:sp>
        <p:nvSpPr>
          <p:cNvPr id="13" name="Oval 12">
            <a:extLst xmlns:a="http://schemas.openxmlformats.org/drawingml/2006/main">
              <a:ext uri="{FF2B5EF4-FFF2-40B4-BE49-F238E27FC236}">
                <a16:creationId xmlns:a16="http://schemas.microsoft.com/office/drawing/2014/main" id="{2AB67262-71DB-464B-87D7-7FAB1FB7F9E4}"/>
              </a:ext>
            </a:extLst>
          </p:cNvPr>
          <p:cNvSpPr>
            <a:spLocks xmlns:a="http://schemas.openxmlformats.org/drawingml/2006/main" noGrp="1"/>
          </p:cNvSpPr>
          <p:nvPr/>
        </p:nvSpPr>
        <p:spPr>
          <a:xfrm xmlns:a="http://schemas.openxmlformats.org/drawingml/2006/main">
            <a:off x="932688" y="2679191"/>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4C7DC9CB-D77C-42A1-8FCB-1F83B989EAD8}"/>
              </a:ext>
            </a:extLst>
          </p:cNvPr>
          <p:cNvSpPr>
            <a:spLocks xmlns:a="http://schemas.openxmlformats.org/drawingml/2006/main" noGrp="1"/>
          </p:cNvSpPr>
          <p:nvPr/>
        </p:nvSpPr>
        <p:spPr>
          <a:xfrm xmlns:a="http://schemas.openxmlformats.org/drawingml/2006/main">
            <a:off x="932688" y="2679191"/>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00" b="1" i="0">
                <a:solidFill>
                  <a:srgbClr val="08776F"/>
                </a:solidFill>
                <a:latin typeface="Aptos"/>
                <a:ea typeface="Aptos"/>
                <a:cs typeface="Aptos"/>
              </a:rPr>
              <a:t>02</a:t>
            </a:r>
          </a:p>
        </p:txBody>
      </p:sp>
      <p:sp>
        <p:nvSpPr>
          <p:cNvPr id="15" name="TextBox 14">
            <a:extLst xmlns:a="http://schemas.openxmlformats.org/drawingml/2006/main">
              <a:ext uri="{FF2B5EF4-FFF2-40B4-BE49-F238E27FC236}">
                <a16:creationId xmlns:a16="http://schemas.microsoft.com/office/drawing/2014/main" id="{C408EBC9-1C98-4D83-8983-7A9742C1BB37}"/>
              </a:ext>
            </a:extLst>
          </p:cNvPr>
          <p:cNvSpPr>
            <a:spLocks xmlns:a="http://schemas.openxmlformats.org/drawingml/2006/main" noGrp="1"/>
          </p:cNvSpPr>
          <p:nvPr/>
        </p:nvSpPr>
        <p:spPr>
          <a:xfrm xmlns:a="http://schemas.openxmlformats.org/drawingml/2006/main">
            <a:off x="1417320" y="2670048"/>
            <a:ext cx="1783080" cy="22555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300" b="1">
                <a:solidFill>
                  <a:srgbClr val="102A43"/>
                </a:solidFill>
                <a:latin typeface="Aptos"/>
                <a:ea typeface="Aptos"/>
                <a:cs typeface="Aptos"/>
              </a:defRPr>
            </a:defPPr>
            <a:lvl1pPr algn="l">
              <a:buNone/>
              <a:defRPr sz="1300" b="1">
                <a:solidFill>
                  <a:srgbClr val="102A43"/>
                </a:solidFill>
                <a:latin typeface="Aptos"/>
                <a:ea typeface="Aptos"/>
                <a:cs typeface="Aptos"/>
              </a:defRPr>
            </a:lvl1pPr>
            <a:lvl2pPr algn="l">
              <a:buNone/>
              <a:defRPr sz="1300" b="1">
                <a:solidFill>
                  <a:srgbClr val="102A43"/>
                </a:solidFill>
                <a:latin typeface="Aptos"/>
                <a:ea typeface="Aptos"/>
                <a:cs typeface="Aptos"/>
              </a:defRPr>
            </a:lvl2pPr>
            <a:lvl3pPr algn="l">
              <a:buNone/>
              <a:defRPr sz="1300" b="1">
                <a:solidFill>
                  <a:srgbClr val="102A43"/>
                </a:solidFill>
                <a:latin typeface="Aptos"/>
                <a:ea typeface="Aptos"/>
                <a:cs typeface="Aptos"/>
              </a:defRPr>
            </a:lvl3pPr>
            <a:lvl4pPr algn="l">
              <a:buNone/>
              <a:defRPr sz="1300" b="1">
                <a:solidFill>
                  <a:srgbClr val="102A43"/>
                </a:solidFill>
                <a:latin typeface="Aptos"/>
                <a:ea typeface="Aptos"/>
                <a:cs typeface="Aptos"/>
              </a:defRPr>
            </a:lvl4pPr>
            <a:lvl5pPr algn="l">
              <a:buNone/>
              <a:defRPr sz="1300" b="1">
                <a:solidFill>
                  <a:srgbClr val="102A43"/>
                </a:solidFill>
                <a:latin typeface="Aptos"/>
                <a:ea typeface="Aptos"/>
                <a:cs typeface="Aptos"/>
              </a:defRPr>
            </a:lvl5pPr>
            <a:lvl6pPr algn="l">
              <a:buNone/>
              <a:defRPr sz="1300" b="1">
                <a:solidFill>
                  <a:srgbClr val="102A43"/>
                </a:solidFill>
                <a:latin typeface="Aptos"/>
                <a:ea typeface="Aptos"/>
                <a:cs typeface="Aptos"/>
              </a:defRPr>
            </a:lvl6pPr>
            <a:lvl7pPr algn="l">
              <a:buNone/>
              <a:defRPr sz="1300" b="1">
                <a:solidFill>
                  <a:srgbClr val="102A43"/>
                </a:solidFill>
                <a:latin typeface="Aptos"/>
                <a:ea typeface="Aptos"/>
                <a:cs typeface="Aptos"/>
              </a:defRPr>
            </a:lvl7pPr>
            <a:lvl8pPr algn="l">
              <a:buNone/>
              <a:defRPr sz="1300" b="1">
                <a:solidFill>
                  <a:srgbClr val="102A43"/>
                </a:solidFill>
                <a:latin typeface="Aptos"/>
                <a:ea typeface="Aptos"/>
                <a:cs typeface="Aptos"/>
              </a:defRPr>
            </a:lvl8pPr>
            <a:lvl9pPr algn="l">
              <a:buNone/>
              <a:defRPr sz="1300" b="1">
                <a:solidFill>
                  <a:srgbClr val="102A43"/>
                </a:solidFill>
                <a:latin typeface="Aptos"/>
                <a:ea typeface="Aptos"/>
                <a:cs typeface="Aptos"/>
              </a:defRPr>
            </a:lvl9pPr>
          </a:lstStyle>
          <a:p xmlns:a="http://schemas.openxmlformats.org/drawingml/2006/main">
            <a:pPr algn="l">
              <a:spcBef>
                <a:spcPts val="0"/>
              </a:spcBef>
              <a:spcAft>
                <a:spcPts val="0"/>
              </a:spcAft>
              <a:buNone/>
              <a:defRPr sz="1300" b="1">
                <a:solidFill>
                  <a:srgbClr val="102A43"/>
                </a:solidFill>
                <a:latin typeface="Aptos"/>
                <a:ea typeface="Aptos"/>
                <a:cs typeface="Aptos"/>
              </a:defRPr>
            </a:pPr>
            <a:r>
              <a:rPr sz="1300" b="1" i="0">
                <a:solidFill>
                  <a:srgbClr val="102A43"/>
                </a:solidFill>
                <a:latin typeface="Aptos"/>
                <a:ea typeface="Aptos"/>
                <a:cs typeface="Aptos"/>
              </a:rPr>
              <a:t>Sumber</a:t>
            </a:r>
          </a:p>
        </p:txBody>
      </p:sp>
      <p:sp>
        <p:nvSpPr>
          <p:cNvPr id="16" name="TextBox 15">
            <a:extLst xmlns:a="http://schemas.openxmlformats.org/drawingml/2006/main">
              <a:ext uri="{FF2B5EF4-FFF2-40B4-BE49-F238E27FC236}">
                <a16:creationId xmlns:a16="http://schemas.microsoft.com/office/drawing/2014/main" id="{B3EA392B-A8C9-4F8E-AEA0-8B844C517D11}"/>
              </a:ext>
            </a:extLst>
          </p:cNvPr>
          <p:cNvSpPr>
            <a:spLocks xmlns:a="http://schemas.openxmlformats.org/drawingml/2006/main" noGrp="1"/>
          </p:cNvSpPr>
          <p:nvPr/>
        </p:nvSpPr>
        <p:spPr>
          <a:xfrm xmlns:a="http://schemas.openxmlformats.org/drawingml/2006/main">
            <a:off x="1417320" y="2916935"/>
            <a:ext cx="182880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PDF atau OpenAlex</a:t>
            </a:r>
          </a:p>
        </p:txBody>
      </p:sp>
      <p:sp>
        <p:nvSpPr>
          <p:cNvPr id="17" name="Oval 16">
            <a:extLst xmlns:a="http://schemas.openxmlformats.org/drawingml/2006/main">
              <a:ext uri="{FF2B5EF4-FFF2-40B4-BE49-F238E27FC236}">
                <a16:creationId xmlns:a16="http://schemas.microsoft.com/office/drawing/2014/main" id="{F1C820B8-2123-4115-B0A1-B84C76F5135F}"/>
              </a:ext>
            </a:extLst>
          </p:cNvPr>
          <p:cNvSpPr>
            <a:spLocks xmlns:a="http://schemas.openxmlformats.org/drawingml/2006/main" noGrp="1"/>
          </p:cNvSpPr>
          <p:nvPr/>
        </p:nvSpPr>
        <p:spPr>
          <a:xfrm xmlns:a="http://schemas.openxmlformats.org/drawingml/2006/main">
            <a:off x="932688" y="3392424"/>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4DBC2710-1FB0-4D63-B4F3-A57E7994C4E2}"/>
              </a:ext>
            </a:extLst>
          </p:cNvPr>
          <p:cNvSpPr>
            <a:spLocks xmlns:a="http://schemas.openxmlformats.org/drawingml/2006/main" noGrp="1"/>
          </p:cNvSpPr>
          <p:nvPr/>
        </p:nvSpPr>
        <p:spPr>
          <a:xfrm xmlns:a="http://schemas.openxmlformats.org/drawingml/2006/main">
            <a:off x="932688" y="3392424"/>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00" b="1" i="0">
                <a:solidFill>
                  <a:srgbClr val="08776F"/>
                </a:solidFill>
                <a:latin typeface="Aptos"/>
                <a:ea typeface="Aptos"/>
                <a:cs typeface="Aptos"/>
              </a:rPr>
              <a:t>03</a:t>
            </a:r>
          </a:p>
        </p:txBody>
      </p:sp>
      <p:sp>
        <p:nvSpPr>
          <p:cNvPr id="19" name="TextBox 18">
            <a:extLst xmlns:a="http://schemas.openxmlformats.org/drawingml/2006/main">
              <a:ext uri="{FF2B5EF4-FFF2-40B4-BE49-F238E27FC236}">
                <a16:creationId xmlns:a16="http://schemas.microsoft.com/office/drawing/2014/main" id="{6BE5BE88-3EDF-4B94-8F86-8FFE38AD5E73}"/>
              </a:ext>
            </a:extLst>
          </p:cNvPr>
          <p:cNvSpPr>
            <a:spLocks xmlns:a="http://schemas.openxmlformats.org/drawingml/2006/main" noGrp="1"/>
          </p:cNvSpPr>
          <p:nvPr/>
        </p:nvSpPr>
        <p:spPr>
          <a:xfrm xmlns:a="http://schemas.openxmlformats.org/drawingml/2006/main">
            <a:off x="1417320" y="3383280"/>
            <a:ext cx="1783080" cy="2560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300" b="1" i="0">
                <a:solidFill>
                  <a:srgbClr val="102A43"/>
                </a:solidFill>
                <a:latin typeface="Aptos"/>
                <a:ea typeface="Aptos"/>
                <a:cs typeface="Aptos"/>
              </a:rPr>
              <a:t>Agen</a:t>
            </a:r>
          </a:p>
        </p:txBody>
      </p:sp>
      <p:sp>
        <p:nvSpPr>
          <p:cNvPr id="20" name="TextBox 19">
            <a:extLst xmlns:a="http://schemas.openxmlformats.org/drawingml/2006/main">
              <a:ext uri="{FF2B5EF4-FFF2-40B4-BE49-F238E27FC236}">
                <a16:creationId xmlns:a16="http://schemas.microsoft.com/office/drawing/2014/main" id="{C2C7FD06-93B0-4E4A-8B84-19E0A1C797E0}"/>
              </a:ext>
            </a:extLst>
          </p:cNvPr>
          <p:cNvSpPr>
            <a:spLocks xmlns:a="http://schemas.openxmlformats.org/drawingml/2006/main" noGrp="1"/>
          </p:cNvSpPr>
          <p:nvPr/>
        </p:nvSpPr>
        <p:spPr>
          <a:xfrm xmlns:a="http://schemas.openxmlformats.org/drawingml/2006/main">
            <a:off x="1417320" y="3630168"/>
            <a:ext cx="182880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6 peran dengan checkpoint</a:t>
            </a:r>
          </a:p>
        </p:txBody>
      </p:sp>
      <p:sp>
        <p:nvSpPr>
          <p:cNvPr id="21" name="Oval 20">
            <a:extLst xmlns:a="http://schemas.openxmlformats.org/drawingml/2006/main">
              <a:ext uri="{FF2B5EF4-FFF2-40B4-BE49-F238E27FC236}">
                <a16:creationId xmlns:a16="http://schemas.microsoft.com/office/drawing/2014/main" id="{541787DA-8ACD-45E0-B86B-87966AB95E98}"/>
              </a:ext>
            </a:extLst>
          </p:cNvPr>
          <p:cNvSpPr>
            <a:spLocks xmlns:a="http://schemas.openxmlformats.org/drawingml/2006/main" noGrp="1"/>
          </p:cNvSpPr>
          <p:nvPr/>
        </p:nvSpPr>
        <p:spPr>
          <a:xfrm xmlns:a="http://schemas.openxmlformats.org/drawingml/2006/main">
            <a:off x="932688" y="4105656"/>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47D20ABD-F2F3-450B-85F9-BD502E1ACD82}"/>
              </a:ext>
            </a:extLst>
          </p:cNvPr>
          <p:cNvSpPr>
            <a:spLocks xmlns:a="http://schemas.openxmlformats.org/drawingml/2006/main" noGrp="1"/>
          </p:cNvSpPr>
          <p:nvPr/>
        </p:nvSpPr>
        <p:spPr>
          <a:xfrm xmlns:a="http://schemas.openxmlformats.org/drawingml/2006/main">
            <a:off x="932688" y="4105656"/>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00" b="1" i="0">
                <a:solidFill>
                  <a:srgbClr val="08776F"/>
                </a:solidFill>
                <a:latin typeface="Aptos"/>
                <a:ea typeface="Aptos"/>
                <a:cs typeface="Aptos"/>
              </a:rPr>
              <a:t>04</a:t>
            </a:r>
          </a:p>
        </p:txBody>
      </p:sp>
      <p:sp>
        <p:nvSpPr>
          <p:cNvPr id="23" name="TextBox 22">
            <a:extLst xmlns:a="http://schemas.openxmlformats.org/drawingml/2006/main">
              <a:ext uri="{FF2B5EF4-FFF2-40B4-BE49-F238E27FC236}">
                <a16:creationId xmlns:a16="http://schemas.microsoft.com/office/drawing/2014/main" id="{5EFC8691-381C-4BF3-8EE5-E2D5C93AFA8C}"/>
              </a:ext>
            </a:extLst>
          </p:cNvPr>
          <p:cNvSpPr>
            <a:spLocks xmlns:a="http://schemas.openxmlformats.org/drawingml/2006/main" noGrp="1"/>
          </p:cNvSpPr>
          <p:nvPr/>
        </p:nvSpPr>
        <p:spPr>
          <a:xfrm xmlns:a="http://schemas.openxmlformats.org/drawingml/2006/main">
            <a:off x="1417320" y="4096512"/>
            <a:ext cx="1783080" cy="22555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300" b="1">
                <a:solidFill>
                  <a:srgbClr val="102A43"/>
                </a:solidFill>
                <a:latin typeface="Aptos"/>
                <a:ea typeface="Aptos"/>
                <a:cs typeface="Aptos"/>
              </a:defRPr>
            </a:defPPr>
            <a:lvl1pPr algn="l">
              <a:buNone/>
              <a:defRPr sz="1300" b="1">
                <a:solidFill>
                  <a:srgbClr val="102A43"/>
                </a:solidFill>
                <a:latin typeface="Aptos"/>
                <a:ea typeface="Aptos"/>
                <a:cs typeface="Aptos"/>
              </a:defRPr>
            </a:lvl1pPr>
            <a:lvl2pPr algn="l">
              <a:buNone/>
              <a:defRPr sz="1300" b="1">
                <a:solidFill>
                  <a:srgbClr val="102A43"/>
                </a:solidFill>
                <a:latin typeface="Aptos"/>
                <a:ea typeface="Aptos"/>
                <a:cs typeface="Aptos"/>
              </a:defRPr>
            </a:lvl2pPr>
            <a:lvl3pPr algn="l">
              <a:buNone/>
              <a:defRPr sz="1300" b="1">
                <a:solidFill>
                  <a:srgbClr val="102A43"/>
                </a:solidFill>
                <a:latin typeface="Aptos"/>
                <a:ea typeface="Aptos"/>
                <a:cs typeface="Aptos"/>
              </a:defRPr>
            </a:lvl3pPr>
            <a:lvl4pPr algn="l">
              <a:buNone/>
              <a:defRPr sz="1300" b="1">
                <a:solidFill>
                  <a:srgbClr val="102A43"/>
                </a:solidFill>
                <a:latin typeface="Aptos"/>
                <a:ea typeface="Aptos"/>
                <a:cs typeface="Aptos"/>
              </a:defRPr>
            </a:lvl4pPr>
            <a:lvl5pPr algn="l">
              <a:buNone/>
              <a:defRPr sz="1300" b="1">
                <a:solidFill>
                  <a:srgbClr val="102A43"/>
                </a:solidFill>
                <a:latin typeface="Aptos"/>
                <a:ea typeface="Aptos"/>
                <a:cs typeface="Aptos"/>
              </a:defRPr>
            </a:lvl5pPr>
            <a:lvl6pPr algn="l">
              <a:buNone/>
              <a:defRPr sz="1300" b="1">
                <a:solidFill>
                  <a:srgbClr val="102A43"/>
                </a:solidFill>
                <a:latin typeface="Aptos"/>
                <a:ea typeface="Aptos"/>
                <a:cs typeface="Aptos"/>
              </a:defRPr>
            </a:lvl6pPr>
            <a:lvl7pPr algn="l">
              <a:buNone/>
              <a:defRPr sz="1300" b="1">
                <a:solidFill>
                  <a:srgbClr val="102A43"/>
                </a:solidFill>
                <a:latin typeface="Aptos"/>
                <a:ea typeface="Aptos"/>
                <a:cs typeface="Aptos"/>
              </a:defRPr>
            </a:lvl7pPr>
            <a:lvl8pPr algn="l">
              <a:buNone/>
              <a:defRPr sz="1300" b="1">
                <a:solidFill>
                  <a:srgbClr val="102A43"/>
                </a:solidFill>
                <a:latin typeface="Aptos"/>
                <a:ea typeface="Aptos"/>
                <a:cs typeface="Aptos"/>
              </a:defRPr>
            </a:lvl8pPr>
            <a:lvl9pPr algn="l">
              <a:buNone/>
              <a:defRPr sz="1300" b="1">
                <a:solidFill>
                  <a:srgbClr val="102A43"/>
                </a:solidFill>
                <a:latin typeface="Aptos"/>
                <a:ea typeface="Aptos"/>
                <a:cs typeface="Aptos"/>
              </a:defRPr>
            </a:lvl9pPr>
          </a:lstStyle>
          <a:p xmlns:a="http://schemas.openxmlformats.org/drawingml/2006/main">
            <a:pPr algn="l">
              <a:spcBef>
                <a:spcPts val="0"/>
              </a:spcBef>
              <a:spcAft>
                <a:spcPts val="0"/>
              </a:spcAft>
              <a:buNone/>
              <a:defRPr sz="1300" b="1">
                <a:solidFill>
                  <a:srgbClr val="102A43"/>
                </a:solidFill>
                <a:latin typeface="Aptos"/>
                <a:ea typeface="Aptos"/>
                <a:cs typeface="Aptos"/>
              </a:defRPr>
            </a:pPr>
            <a:r>
              <a:rPr sz="1300" b="1" i="0">
                <a:solidFill>
                  <a:srgbClr val="102A43"/>
                </a:solidFill>
                <a:latin typeface="Aptos"/>
                <a:ea typeface="Aptos"/>
                <a:cs typeface="Aptos"/>
              </a:rPr>
              <a:t>Hasil</a:t>
            </a:r>
          </a:p>
        </p:txBody>
      </p:sp>
      <p:sp>
        <p:nvSpPr>
          <p:cNvPr id="24" name="TextBox 23">
            <a:extLst xmlns:a="http://schemas.openxmlformats.org/drawingml/2006/main">
              <a:ext uri="{FF2B5EF4-FFF2-40B4-BE49-F238E27FC236}">
                <a16:creationId xmlns:a16="http://schemas.microsoft.com/office/drawing/2014/main" id="{5B60B65B-EF0B-4647-BF87-F24F0207F977}"/>
              </a:ext>
            </a:extLst>
          </p:cNvPr>
          <p:cNvSpPr>
            <a:spLocks xmlns:a="http://schemas.openxmlformats.org/drawingml/2006/main" noGrp="1"/>
          </p:cNvSpPr>
          <p:nvPr/>
        </p:nvSpPr>
        <p:spPr>
          <a:xfrm xmlns:a="http://schemas.openxmlformats.org/drawingml/2006/main">
            <a:off x="1417320" y="4343400"/>
            <a:ext cx="182880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Matriks, RAG, dan laporan</a:t>
            </a:r>
          </a:p>
        </p:txBody>
      </p:sp>
      <p:sp>
        <p:nvSpPr>
          <p:cNvPr id="25" name="Rounded Rectangle 24">
            <a:extLst xmlns:a="http://schemas.openxmlformats.org/drawingml/2006/main">
              <a:ext uri="{FF2B5EF4-FFF2-40B4-BE49-F238E27FC236}">
                <a16:creationId xmlns:a16="http://schemas.microsoft.com/office/drawing/2014/main" id="{2705EB72-CA55-44F7-81D2-036471B42C49}"/>
              </a:ext>
            </a:extLst>
          </p:cNvPr>
          <p:cNvSpPr>
            <a:spLocks xmlns:a="http://schemas.openxmlformats.org/drawingml/2006/main" noGrp="1"/>
          </p:cNvSpPr>
          <p:nvPr/>
        </p:nvSpPr>
        <p:spPr>
          <a:xfrm xmlns:a="http://schemas.openxmlformats.org/drawingml/2006/main">
            <a:off x="3767328" y="1417320"/>
            <a:ext cx="7726679" cy="3639312"/>
          </a:xfrm>
          <a:prstGeom xmlns:a="http://schemas.openxmlformats.org/drawingml/2006/main" prst="roundRect">
            <a:avLst>
              <a:gd name="adj" fmla="val 523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26" name="Picture 25">
            <a:extLst xmlns:a="http://schemas.openxmlformats.org/drawingml/2006/main">
              <a:ext uri="{FF2B5EF4-FFF2-40B4-BE49-F238E27FC236}">
                <a16:creationId xmlns:a16="http://schemas.microsoft.com/office/drawing/2014/main" id="{E9E3EDA7-153F-4002-97A2-D5037E0296AA}"/>
              </a:ext>
            </a:extLst>
          </p:cNvPr>
          <p:cNvPicPr>
            <a:picLocks xmlns:a="http://schemas.openxmlformats.org/drawingml/2006/main" noChangeAspect="1"/>
          </p:cNvPicPr>
          <p:nvPr/>
        </p:nvPicPr>
        <p:blipFill>
          <a:blip xmlns:r="http://schemas.openxmlformats.org/officeDocument/2006/relationships" xmlns:a="http://schemas.openxmlformats.org/drawingml/2006/main" r:embed="R6b6f3022c1614697"/>
          <a:stretch xmlns:a="http://schemas.openxmlformats.org/drawingml/2006/main">
            <a:fillRect l="0" t="0" r="0" b="0"/>
          </a:stretch>
        </p:blipFill>
        <p:spPr>
          <a:xfrm xmlns:a="http://schemas.openxmlformats.org/drawingml/2006/main">
            <a:off x="4638294" y="1527048"/>
            <a:ext cx="5984748" cy="3419856"/>
          </a:xfrm>
          <a:prstGeom xmlns:a="http://schemas.openxmlformats.org/drawingml/2006/main" prst="rect">
            <a:avLst/>
          </a:prstGeom>
        </p:spPr>
      </p:pic>
      <p:sp>
        <p:nvSpPr>
          <p:cNvPr id="27" name="Rounded Rectangle 26">
            <a:extLst xmlns:a="http://schemas.openxmlformats.org/drawingml/2006/main">
              <a:ext uri="{FF2B5EF4-FFF2-40B4-BE49-F238E27FC236}">
                <a16:creationId xmlns:a16="http://schemas.microsoft.com/office/drawing/2014/main" id="{CE749FB1-B55B-4BD7-80C8-58827570C8B8}"/>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Rectangle 27">
            <a:extLst xmlns:a="http://schemas.openxmlformats.org/drawingml/2006/main">
              <a:ext uri="{FF2B5EF4-FFF2-40B4-BE49-F238E27FC236}">
                <a16:creationId xmlns:a16="http://schemas.microsoft.com/office/drawing/2014/main" id="{1A5B6620-F643-439A-9603-70A91B7B9F04}"/>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TextBox 28">
            <a:extLst xmlns:a="http://schemas.openxmlformats.org/drawingml/2006/main">
              <a:ext uri="{FF2B5EF4-FFF2-40B4-BE49-F238E27FC236}">
                <a16:creationId xmlns:a16="http://schemas.microsoft.com/office/drawing/2014/main" id="{AB6059C7-E90E-440B-B78A-0F6B2A35698B}"/>
              </a:ext>
            </a:extLst>
          </p:cNvPr>
          <p:cNvSpPr>
            <a:spLocks xmlns:a="http://schemas.openxmlformats.org/drawingml/2006/main" noGrp="1"/>
          </p:cNvSpPr>
          <p:nvPr/>
        </p:nvSpPr>
        <p:spPr>
          <a:xfrm xmlns:a="http://schemas.openxmlformats.org/drawingml/2006/main">
            <a:off x="859536" y="5334000"/>
            <a:ext cx="10382250" cy="2560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ResearchMate membantu mahasiswa dan peneliti menata literatur, menelaah bukti, serta meninjau hasil dalam satu proyek.</a:t>
            </a:r>
          </a:p>
        </p:txBody>
      </p:sp>
      <p:sp>
        <p:nvSpPr>
          <p:cNvPr id="30" name="TextBox 29">
            <a:extLst xmlns:a="http://schemas.openxmlformats.org/drawingml/2006/main">
              <a:ext uri="{FF2B5EF4-FFF2-40B4-BE49-F238E27FC236}">
                <a16:creationId xmlns:a16="http://schemas.microsoft.com/office/drawing/2014/main" id="{578F084C-93C3-4039-A10A-6910EBC2F5B0}"/>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Dasbor arsip Fase 1. AI lokal yang tertulis pada screenshot merupakan konfigurasi lama.</a:t>
            </a:r>
          </a:p>
        </p:txBody>
      </p:sp>
      <p:sp>
        <p:nvSpPr>
          <p:cNvPr id="31" name="Connector 30">
            <a:extLst xmlns:a="http://schemas.openxmlformats.org/drawingml/2006/main">
              <a:ext uri="{FF2B5EF4-FFF2-40B4-BE49-F238E27FC236}">
                <a16:creationId xmlns:a16="http://schemas.microsoft.com/office/drawing/2014/main" id="{586C4540-A5C8-4D2B-9FFD-D596F6AB3C98}"/>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2" name="TextBox 31">
            <a:extLst xmlns:a="http://schemas.openxmlformats.org/drawingml/2006/main">
              <a:ext uri="{FF2B5EF4-FFF2-40B4-BE49-F238E27FC236}">
                <a16:creationId xmlns:a16="http://schemas.microsoft.com/office/drawing/2014/main" id="{F974D8E8-AD0B-467C-BF85-76E7A09F7EB2}"/>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33" name="TextBox 32">
            <a:extLst xmlns:a="http://schemas.openxmlformats.org/drawingml/2006/main">
              <a:ext uri="{FF2B5EF4-FFF2-40B4-BE49-F238E27FC236}">
                <a16:creationId xmlns:a16="http://schemas.microsoft.com/office/drawing/2014/main" id="{040D6C2F-0738-43C2-B474-C4D90751E39A}"/>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02 / 15</a:t>
            </a:r>
          </a:p>
        </p:txBody>
      </p:sp>
    </p:spTree>
    <p:extLst>
      <p:ext uri="{BB962C8B-B14F-4D97-AF65-F5344CB8AC3E}">
        <p14:creationId xmlns:p14="http://schemas.microsoft.com/office/powerpoint/2010/main" val="1176060819"/>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46" name="">
            <a:extLst xmlns:a="http://schemas.openxmlformats.org/drawingml/2006/main">
              <a:ext uri="{FF2B5EF4-FFF2-40B4-BE49-F238E27FC236}">
                <a16:creationId xmlns:a16="http://schemas.microsoft.com/office/drawing/2014/main" id="{1B4697A5-D3B6-4B57-943C-A11F98ADE53F}"/>
              </a:ext>
            </a:extLst>
          </p:cNvPr>
          <p:cNvCxnSpPr>
            <a:stCxn xmlns:a="http://schemas.openxmlformats.org/drawingml/2006/main" id="42" idx="3"/>
            <a:endCxn xmlns:a="http://schemas.openxmlformats.org/drawingml/2006/main" id="43" idx="1"/>
          </p:cNvCxnSpPr>
          <p:nvPr/>
        </p:nvCxnSpPr>
        <p:spPr>
          <a:xfrm xmlns:a="http://schemas.openxmlformats.org/drawingml/2006/main">
            <a:off x="2895600" y="3514725"/>
            <a:ext cx="628650" cy="0"/>
          </a:xfrm>
          <a:prstGeom xmlns:a="http://schemas.openxmlformats.org/drawingml/2006/main" prst="straightConnector1">
            <a:avLst/>
          </a:prstGeom>
          <a:ln xmlns:a="http://schemas.openxmlformats.org/drawingml/2006/main" w="19050" cap="rnd">
            <a:solidFill>
              <a:srgbClr val="0F9D91"/>
            </a:solidFill>
            <a:prstDash val="solid"/>
            <a:round/>
            <a:tailEnd type="triangle" w="med" len="med"/>
          </a:ln>
        </p:spPr>
      </p:cxnSp>
      <p:cxnSp>
        <p:nvCxnSpPr>
          <p:cNvPr id="45" name="">
            <a:extLst xmlns:a="http://schemas.openxmlformats.org/drawingml/2006/main">
              <a:ext uri="{FF2B5EF4-FFF2-40B4-BE49-F238E27FC236}">
                <a16:creationId xmlns:a16="http://schemas.microsoft.com/office/drawing/2014/main" id="{B65E47DF-5764-4923-90AD-5D79FE93A3FB}"/>
              </a:ext>
            </a:extLst>
          </p:cNvPr>
          <p:cNvCxnSpPr>
            <a:stCxn xmlns:a="http://schemas.openxmlformats.org/drawingml/2006/main" id="40" idx="2"/>
            <a:endCxn xmlns:a="http://schemas.openxmlformats.org/drawingml/2006/main" id="42" idx="0"/>
          </p:cNvCxnSpPr>
          <p:nvPr/>
        </p:nvCxnSpPr>
        <p:spPr>
          <a:xfrm xmlns:a="http://schemas.openxmlformats.org/drawingml/2006/main">
            <a:off x="1847850" y="2571750"/>
            <a:ext cx="0" cy="571500"/>
          </a:xfrm>
          <a:prstGeom xmlns:a="http://schemas.openxmlformats.org/drawingml/2006/main" prst="straightConnector1">
            <a:avLst/>
          </a:prstGeom>
          <a:ln xmlns:a="http://schemas.openxmlformats.org/drawingml/2006/main" w="19050" cap="rnd">
            <a:solidFill>
              <a:srgbClr val="0F9D91"/>
            </a:solidFill>
            <a:prstDash val="solid"/>
            <a:round/>
            <a:tailEnd type="triangle" w="med" len="med"/>
          </a:ln>
        </p:spPr>
      </p:cxnSp>
      <p:cxnSp>
        <p:nvCxnSpPr>
          <p:cNvPr id="44" name="">
            <a:extLst xmlns:a="http://schemas.openxmlformats.org/drawingml/2006/main">
              <a:ext uri="{FF2B5EF4-FFF2-40B4-BE49-F238E27FC236}">
                <a16:creationId xmlns:a16="http://schemas.microsoft.com/office/drawing/2014/main" id="{72E1D9C4-C1D1-48B7-9805-C02B422E41BA}"/>
              </a:ext>
            </a:extLst>
          </p:cNvPr>
          <p:cNvCxnSpPr>
            <a:stCxn xmlns:a="http://schemas.openxmlformats.org/drawingml/2006/main" id="40" idx="3"/>
            <a:endCxn xmlns:a="http://schemas.openxmlformats.org/drawingml/2006/main" id="41" idx="1"/>
          </p:cNvCxnSpPr>
          <p:nvPr/>
        </p:nvCxnSpPr>
        <p:spPr>
          <a:xfrm xmlns:a="http://schemas.openxmlformats.org/drawingml/2006/main">
            <a:off x="2895600" y="2200275"/>
            <a:ext cx="628650" cy="0"/>
          </a:xfrm>
          <a:prstGeom xmlns:a="http://schemas.openxmlformats.org/drawingml/2006/main" prst="straightConnector1">
            <a:avLst/>
          </a:prstGeom>
          <a:ln xmlns:a="http://schemas.openxmlformats.org/drawingml/2006/main" w="19050" cap="rnd">
            <a:solidFill>
              <a:srgbClr val="0F9D91"/>
            </a:solidFill>
            <a:prstDash val="solid"/>
            <a:round/>
            <a:tailEnd type="triangle" w="med" len="med"/>
          </a:ln>
        </p:spPr>
      </p:cxnSp>
      <p:sp>
        <p:nvSpPr>
          <p:cNvPr id="2" name="TextBox 1">
            <a:extLst xmlns:a="http://schemas.openxmlformats.org/drawingml/2006/main">
              <a:ext uri="{FF2B5EF4-FFF2-40B4-BE49-F238E27FC236}">
                <a16:creationId xmlns:a16="http://schemas.microsoft.com/office/drawing/2014/main" id="{415C046C-A25E-4FEB-86B3-96D86531B129}"/>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B313C52E-3D29-4D11-B79A-37E8CF44E00A}"/>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ARSITEKTUR</a:t>
            </a:r>
          </a:p>
        </p:txBody>
      </p:sp>
      <p:sp>
        <p:nvSpPr>
          <p:cNvPr id="4" name="TextBox 3">
            <a:extLst xmlns:a="http://schemas.openxmlformats.org/drawingml/2006/main">
              <a:ext uri="{FF2B5EF4-FFF2-40B4-BE49-F238E27FC236}">
                <a16:creationId xmlns:a16="http://schemas.microsoft.com/office/drawing/2014/main" id="{DC587D97-DB89-41FD-9E33-8AE240B73593}"/>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Aplikasi, data, dan gateway AI</a:t>
            </a:r>
          </a:p>
        </p:txBody>
      </p:sp>
      <p:sp>
        <p:nvSpPr>
          <p:cNvPr id="5" name="Rectangle 4">
            <a:extLst xmlns:a="http://schemas.openxmlformats.org/drawingml/2006/main">
              <a:ext uri="{FF2B5EF4-FFF2-40B4-BE49-F238E27FC236}">
                <a16:creationId xmlns:a16="http://schemas.microsoft.com/office/drawing/2014/main" id="{6DEC8310-1D1F-435C-AD00-84D9FF152A2D}"/>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4C3331A9-587B-4E8E-B6B6-0DE366400C5B}"/>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CBA48583-2C24-46C8-8DDA-9DC529A7A2A7}"/>
              </a:ext>
            </a:extLst>
          </p:cNvPr>
          <p:cNvSpPr>
            <a:spLocks xmlns:a="http://schemas.openxmlformats.org/drawingml/2006/main" noGrp="1"/>
          </p:cNvSpPr>
          <p:nvPr/>
        </p:nvSpPr>
        <p:spPr>
          <a:xfrm xmlns:a="http://schemas.openxmlformats.org/drawingml/2006/main">
            <a:off x="777240" y="1399032"/>
            <a:ext cx="2743200" cy="1874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50" b="1">
                <a:solidFill>
                  <a:srgbClr val="08776F"/>
                </a:solidFill>
                <a:latin typeface="Aptos"/>
                <a:ea typeface="Aptos"/>
                <a:cs typeface="Aptos"/>
              </a:defRPr>
            </a:defPPr>
            <a:lvl1pPr algn="l">
              <a:defRPr sz="1050" b="1">
                <a:solidFill>
                  <a:srgbClr val="08776F"/>
                </a:solidFill>
                <a:latin typeface="Aptos"/>
                <a:ea typeface="Aptos"/>
                <a:cs typeface="Aptos"/>
              </a:defRPr>
            </a:lvl1pPr>
            <a:lvl2pPr algn="l">
              <a:defRPr sz="1050" b="1">
                <a:solidFill>
                  <a:srgbClr val="08776F"/>
                </a:solidFill>
                <a:latin typeface="Aptos"/>
                <a:ea typeface="Aptos"/>
                <a:cs typeface="Aptos"/>
              </a:defRPr>
            </a:lvl2pPr>
            <a:lvl3pPr algn="l">
              <a:defRPr sz="1050" b="1">
                <a:solidFill>
                  <a:srgbClr val="08776F"/>
                </a:solidFill>
                <a:latin typeface="Aptos"/>
                <a:ea typeface="Aptos"/>
                <a:cs typeface="Aptos"/>
              </a:defRPr>
            </a:lvl3pPr>
            <a:lvl4pPr algn="l">
              <a:defRPr sz="1050" b="1">
                <a:solidFill>
                  <a:srgbClr val="08776F"/>
                </a:solidFill>
                <a:latin typeface="Aptos"/>
                <a:ea typeface="Aptos"/>
                <a:cs typeface="Aptos"/>
              </a:defRPr>
            </a:lvl4pPr>
            <a:lvl5pPr algn="l">
              <a:defRPr sz="1050" b="1">
                <a:solidFill>
                  <a:srgbClr val="08776F"/>
                </a:solidFill>
                <a:latin typeface="Aptos"/>
                <a:ea typeface="Aptos"/>
                <a:cs typeface="Aptos"/>
              </a:defRPr>
            </a:lvl5pPr>
            <a:lvl6pPr algn="l">
              <a:defRPr sz="1050" b="1">
                <a:solidFill>
                  <a:srgbClr val="08776F"/>
                </a:solidFill>
                <a:latin typeface="Aptos"/>
                <a:ea typeface="Aptos"/>
                <a:cs typeface="Aptos"/>
              </a:defRPr>
            </a:lvl6pPr>
            <a:lvl7pPr algn="l">
              <a:defRPr sz="1050" b="1">
                <a:solidFill>
                  <a:srgbClr val="08776F"/>
                </a:solidFill>
                <a:latin typeface="Aptos"/>
                <a:ea typeface="Aptos"/>
                <a:cs typeface="Aptos"/>
              </a:defRPr>
            </a:lvl7pPr>
            <a:lvl8pPr algn="l">
              <a:defRPr sz="1050" b="1">
                <a:solidFill>
                  <a:srgbClr val="08776F"/>
                </a:solidFill>
                <a:latin typeface="Aptos"/>
                <a:ea typeface="Aptos"/>
                <a:cs typeface="Aptos"/>
              </a:defRPr>
            </a:lvl8pPr>
            <a:lvl9pPr algn="l">
              <a:defRPr sz="1050" b="1">
                <a:solidFill>
                  <a:srgbClr val="08776F"/>
                </a:solidFill>
                <a:latin typeface="Aptos"/>
                <a:ea typeface="Aptos"/>
                <a:cs typeface="Aptos"/>
              </a:defRPr>
            </a:lvl9pPr>
          </a:lstStyle>
          <a:p xmlns:a="http://schemas.openxmlformats.org/drawingml/2006/main">
            <a:pPr algn="l">
              <a:spcBef>
                <a:spcPts val="0"/>
              </a:spcBef>
              <a:spcAft>
                <a:spcPts val="0"/>
              </a:spcAft>
              <a:buNone/>
              <a:defRPr sz="1050" b="1">
                <a:solidFill>
                  <a:srgbClr val="08776F"/>
                </a:solidFill>
                <a:latin typeface="Aptos"/>
                <a:ea typeface="Aptos"/>
                <a:cs typeface="Aptos"/>
              </a:defRPr>
            </a:pPr>
            <a:r>
              <a:rPr sz="1050" b="1" i="0" spc="45">
                <a:solidFill>
                  <a:srgbClr val="08776F"/>
                </a:solidFill>
                <a:latin typeface="Aptos"/>
                <a:ea typeface="Aptos"/>
                <a:cs typeface="Aptos"/>
              </a:rPr>
              <a:t>DOCKER COMPOSE</a:t>
            </a:r>
          </a:p>
        </p:txBody>
      </p:sp>
      <p:sp>
        <p:nvSpPr>
          <p:cNvPr id="31" name="Rounded Rectangle 30">
            <a:extLst xmlns:a="http://schemas.openxmlformats.org/drawingml/2006/main">
              <a:ext uri="{FF2B5EF4-FFF2-40B4-BE49-F238E27FC236}">
                <a16:creationId xmlns:a16="http://schemas.microsoft.com/office/drawing/2014/main" id="{561142E8-8000-49E0-A936-09D614234E73}"/>
              </a:ext>
            </a:extLst>
          </p:cNvPr>
          <p:cNvSpPr>
            <a:spLocks xmlns:a="http://schemas.openxmlformats.org/drawingml/2006/main" noGrp="1"/>
          </p:cNvSpPr>
          <p:nvPr/>
        </p:nvSpPr>
        <p:spPr>
          <a:xfrm xmlns:a="http://schemas.openxmlformats.org/drawingml/2006/main">
            <a:off x="6080760" y="1417320"/>
            <a:ext cx="5413248" cy="3639312"/>
          </a:xfrm>
          <a:prstGeom xmlns:a="http://schemas.openxmlformats.org/drawingml/2006/main" prst="roundRect">
            <a:avLst>
              <a:gd name="adj" fmla="val 523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2" name="Picture 31">
            <a:extLst xmlns:a="http://schemas.openxmlformats.org/drawingml/2006/main">
              <a:ext uri="{FF2B5EF4-FFF2-40B4-BE49-F238E27FC236}">
                <a16:creationId xmlns:a16="http://schemas.microsoft.com/office/drawing/2014/main" id="{282E8D81-A3A0-481D-8122-314EF809C7F8}"/>
              </a:ext>
            </a:extLst>
          </p:cNvPr>
          <p:cNvPicPr>
            <a:picLocks xmlns:a="http://schemas.openxmlformats.org/drawingml/2006/main" noChangeAspect="1"/>
          </p:cNvPicPr>
          <p:nvPr/>
        </p:nvPicPr>
        <p:blipFill>
          <a:blip xmlns:r="http://schemas.openxmlformats.org/officeDocument/2006/relationships" xmlns:a="http://schemas.openxmlformats.org/drawingml/2006/main" r:embed="R251bb0f4f1194fe8"/>
          <a:stretch xmlns:a="http://schemas.openxmlformats.org/drawingml/2006/main">
            <a:fillRect l="0" t="0" r="0" b="0"/>
          </a:stretch>
        </p:blipFill>
        <p:spPr>
          <a:xfrm xmlns:a="http://schemas.openxmlformats.org/drawingml/2006/main">
            <a:off x="6336114" y="1517904"/>
            <a:ext cx="4902538" cy="3438144"/>
          </a:xfrm>
          <a:prstGeom xmlns:a="http://schemas.openxmlformats.org/drawingml/2006/main" prst="rect">
            <a:avLst/>
          </a:prstGeom>
        </p:spPr>
      </p:pic>
      <p:sp>
        <p:nvSpPr>
          <p:cNvPr id="33" name="Rounded Rectangle 32">
            <a:extLst xmlns:a="http://schemas.openxmlformats.org/drawingml/2006/main">
              <a:ext uri="{FF2B5EF4-FFF2-40B4-BE49-F238E27FC236}">
                <a16:creationId xmlns:a16="http://schemas.microsoft.com/office/drawing/2014/main" id="{403FA238-CF62-4A06-8BCE-194E03012B3C}"/>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A2565C69-5DF1-4B8B-A9B7-8E9ED10E2869}"/>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D92F8CF9-9096-48C1-86E6-69E05EFC34DD}"/>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Docker menjalankan app, worker, PostgreSQL, dan Qdrant. Senopati ITS menyediakan qwen3:14b serta embeddinggemma:latest melalui internet.</a:t>
            </a:r>
          </a:p>
        </p:txBody>
      </p:sp>
      <p:sp>
        <p:nvSpPr>
          <p:cNvPr id="36" name="TextBox 35">
            <a:extLst xmlns:a="http://schemas.openxmlformats.org/drawingml/2006/main">
              <a:ext uri="{FF2B5EF4-FFF2-40B4-BE49-F238E27FC236}">
                <a16:creationId xmlns:a16="http://schemas.microsoft.com/office/drawing/2014/main" id="{C398FBF7-E3EF-4890-BC48-5EE157012FED}"/>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PostgreSQL menyimpan data relasional. Qdrant mencocokkan pertanyaan dengan topik proyek. Screenshot pengaturan gateway merupakan arsip.</a:t>
            </a:r>
          </a:p>
        </p:txBody>
      </p:sp>
      <p:sp>
        <p:nvSpPr>
          <p:cNvPr id="37" name="Connector 36">
            <a:extLst xmlns:a="http://schemas.openxmlformats.org/drawingml/2006/main">
              <a:ext uri="{FF2B5EF4-FFF2-40B4-BE49-F238E27FC236}">
                <a16:creationId xmlns:a16="http://schemas.microsoft.com/office/drawing/2014/main" id="{A9F99225-5224-488B-8CD3-0B8D84E2C3E5}"/>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87A4DCF8-76F6-4A92-AC38-15EE6936131A}"/>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39" name="TextBox 38">
            <a:extLst xmlns:a="http://schemas.openxmlformats.org/drawingml/2006/main">
              <a:ext uri="{FF2B5EF4-FFF2-40B4-BE49-F238E27FC236}">
                <a16:creationId xmlns:a16="http://schemas.microsoft.com/office/drawing/2014/main" id="{1B433E00-EF36-419E-AAA7-403B73CF3FAA}"/>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03 / 15</a:t>
            </a:r>
          </a:p>
        </p:txBody>
      </p:sp>
      <p:sp>
        <p:nvSpPr>
          <p:cNvPr id="40" name="Aplikasi">
            <a:extLst xmlns:a="http://schemas.openxmlformats.org/drawingml/2006/main">
              <a:ext uri="{FF2B5EF4-FFF2-40B4-BE49-F238E27FC236}">
                <a16:creationId xmlns:a16="http://schemas.microsoft.com/office/drawing/2014/main" id="{C07DCF1C-EEEE-4B70-9FBA-2B3A092C1FAD}"/>
              </a:ext>
            </a:extLst>
          </p:cNvPr>
          <p:cNvSpPr>
            <a:spLocks xmlns:a="http://schemas.openxmlformats.org/drawingml/2006/main" noGrp="1"/>
          </p:cNvSpPr>
          <p:nvPr/>
        </p:nvSpPr>
        <p:spPr>
          <a:xfrm xmlns:a="http://schemas.openxmlformats.org/drawingml/2006/main">
            <a:off x="800100" y="1828800"/>
            <a:ext cx="20955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0478">
            <a:solidFill>
              <a:srgbClr val="DCE5EB"/>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76200" rIns="76200" bIns="76200" anchor="ctr"/>
          <a:lstStyle xmlns:a="http://schemas.openxmlformats.org/drawingml/2006/main">
            <a:defPPr algn="ctr">
              <a:defRPr sz="1275" b="0">
                <a:solidFill>
                  <a:srgbClr val="102A43"/>
                </a:solidFill>
                <a:latin typeface="Aptos"/>
                <a:ea typeface="Aptos"/>
                <a:cs typeface="Aptos"/>
              </a:defRPr>
            </a:defPPr>
            <a:lvl1pPr algn="ctr">
              <a:defRPr sz="1275" b="0">
                <a:solidFill>
                  <a:srgbClr val="102A43"/>
                </a:solidFill>
                <a:latin typeface="Aptos"/>
                <a:ea typeface="Aptos"/>
                <a:cs typeface="Aptos"/>
              </a:defRPr>
            </a:lvl1pPr>
            <a:lvl2pPr algn="ctr">
              <a:defRPr sz="1275" b="0">
                <a:solidFill>
                  <a:srgbClr val="102A43"/>
                </a:solidFill>
                <a:latin typeface="Aptos"/>
                <a:ea typeface="Aptos"/>
                <a:cs typeface="Aptos"/>
              </a:defRPr>
            </a:lvl2pPr>
            <a:lvl3pPr algn="ctr">
              <a:defRPr sz="1275" b="0">
                <a:solidFill>
                  <a:srgbClr val="102A43"/>
                </a:solidFill>
                <a:latin typeface="Aptos"/>
                <a:ea typeface="Aptos"/>
                <a:cs typeface="Aptos"/>
              </a:defRPr>
            </a:lvl3pPr>
            <a:lvl4pPr algn="ctr">
              <a:defRPr sz="1275" b="0">
                <a:solidFill>
                  <a:srgbClr val="102A43"/>
                </a:solidFill>
                <a:latin typeface="Aptos"/>
                <a:ea typeface="Aptos"/>
                <a:cs typeface="Aptos"/>
              </a:defRPr>
            </a:lvl4pPr>
            <a:lvl5pPr algn="ctr">
              <a:defRPr sz="1275" b="0">
                <a:solidFill>
                  <a:srgbClr val="102A43"/>
                </a:solidFill>
                <a:latin typeface="Aptos"/>
                <a:ea typeface="Aptos"/>
                <a:cs typeface="Aptos"/>
              </a:defRPr>
            </a:lvl5pPr>
            <a:lvl6pPr algn="ctr">
              <a:defRPr sz="1275" b="0">
                <a:solidFill>
                  <a:srgbClr val="102A43"/>
                </a:solidFill>
                <a:latin typeface="Aptos"/>
                <a:ea typeface="Aptos"/>
                <a:cs typeface="Aptos"/>
              </a:defRPr>
            </a:lvl6pPr>
            <a:lvl7pPr algn="ctr">
              <a:defRPr sz="1275" b="0">
                <a:solidFill>
                  <a:srgbClr val="102A43"/>
                </a:solidFill>
                <a:latin typeface="Aptos"/>
                <a:ea typeface="Aptos"/>
                <a:cs typeface="Aptos"/>
              </a:defRPr>
            </a:lvl7pPr>
            <a:lvl8pPr algn="ctr">
              <a:defRPr sz="1275" b="0">
                <a:solidFill>
                  <a:srgbClr val="102A43"/>
                </a:solidFill>
                <a:latin typeface="Aptos"/>
                <a:ea typeface="Aptos"/>
                <a:cs typeface="Aptos"/>
              </a:defRPr>
            </a:lvl8pPr>
            <a:lvl9pPr algn="ctr">
              <a:defRPr sz="1275" b="0">
                <a:solidFill>
                  <a:srgbClr val="102A43"/>
                </a:solidFill>
                <a:latin typeface="Aptos"/>
                <a:ea typeface="Aptos"/>
                <a:cs typeface="Aptos"/>
              </a:defRPr>
            </a:lvl9pPr>
          </a:lstStyle>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Aplikasi</a:t>
            </a:r>
          </a:p>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Laravel / Livewire</a:t>
            </a:r>
          </a:p>
        </p:txBody>
      </p:sp>
      <p:sp>
        <p:nvSpPr>
          <p:cNvPr id="41" name="PostgreSQL">
            <a:extLst xmlns:a="http://schemas.openxmlformats.org/drawingml/2006/main">
              <a:ext uri="{FF2B5EF4-FFF2-40B4-BE49-F238E27FC236}">
                <a16:creationId xmlns:a16="http://schemas.microsoft.com/office/drawing/2014/main" id="{9A9D8427-E44F-4F93-9E0F-613E7382407D}"/>
              </a:ext>
            </a:extLst>
          </p:cNvPr>
          <p:cNvSpPr>
            <a:spLocks xmlns:a="http://schemas.openxmlformats.org/drawingml/2006/main" noGrp="1"/>
          </p:cNvSpPr>
          <p:nvPr/>
        </p:nvSpPr>
        <p:spPr>
          <a:xfrm xmlns:a="http://schemas.openxmlformats.org/drawingml/2006/main">
            <a:off x="3524250" y="1828800"/>
            <a:ext cx="2095500" cy="742950"/>
          </a:xfrm>
          <a:prstGeom xmlns:a="http://schemas.openxmlformats.org/drawingml/2006/main" prst="roundRect">
            <a:avLst>
              <a:gd name="adj" fmla="val 15385"/>
            </a:avLst>
          </a:prstGeom>
          <a:solidFill xmlns:a="http://schemas.openxmlformats.org/drawingml/2006/main">
            <a:srgbClr val="EAF2FF"/>
          </a:solidFill>
          <a:ln xmlns:a="http://schemas.openxmlformats.org/drawingml/2006/main" w="10478">
            <a:solidFill>
              <a:srgbClr val="DCE5EB"/>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76200" rIns="76200" bIns="76200" anchor="ctr"/>
          <a:lstStyle xmlns:a="http://schemas.openxmlformats.org/drawingml/2006/main">
            <a:defPPr algn="ctr">
              <a:defRPr sz="1275" b="0">
                <a:solidFill>
                  <a:srgbClr val="102A43"/>
                </a:solidFill>
                <a:latin typeface="Aptos"/>
                <a:ea typeface="Aptos"/>
                <a:cs typeface="Aptos"/>
              </a:defRPr>
            </a:defPPr>
            <a:lvl1pPr algn="ctr">
              <a:defRPr sz="1275" b="0">
                <a:solidFill>
                  <a:srgbClr val="102A43"/>
                </a:solidFill>
                <a:latin typeface="Aptos"/>
                <a:ea typeface="Aptos"/>
                <a:cs typeface="Aptos"/>
              </a:defRPr>
            </a:lvl1pPr>
            <a:lvl2pPr algn="ctr">
              <a:defRPr sz="1275" b="0">
                <a:solidFill>
                  <a:srgbClr val="102A43"/>
                </a:solidFill>
                <a:latin typeface="Aptos"/>
                <a:ea typeface="Aptos"/>
                <a:cs typeface="Aptos"/>
              </a:defRPr>
            </a:lvl2pPr>
            <a:lvl3pPr algn="ctr">
              <a:defRPr sz="1275" b="0">
                <a:solidFill>
                  <a:srgbClr val="102A43"/>
                </a:solidFill>
                <a:latin typeface="Aptos"/>
                <a:ea typeface="Aptos"/>
                <a:cs typeface="Aptos"/>
              </a:defRPr>
            </a:lvl3pPr>
            <a:lvl4pPr algn="ctr">
              <a:defRPr sz="1275" b="0">
                <a:solidFill>
                  <a:srgbClr val="102A43"/>
                </a:solidFill>
                <a:latin typeface="Aptos"/>
                <a:ea typeface="Aptos"/>
                <a:cs typeface="Aptos"/>
              </a:defRPr>
            </a:lvl4pPr>
            <a:lvl5pPr algn="ctr">
              <a:defRPr sz="1275" b="0">
                <a:solidFill>
                  <a:srgbClr val="102A43"/>
                </a:solidFill>
                <a:latin typeface="Aptos"/>
                <a:ea typeface="Aptos"/>
                <a:cs typeface="Aptos"/>
              </a:defRPr>
            </a:lvl5pPr>
            <a:lvl6pPr algn="ctr">
              <a:defRPr sz="1275" b="0">
                <a:solidFill>
                  <a:srgbClr val="102A43"/>
                </a:solidFill>
                <a:latin typeface="Aptos"/>
                <a:ea typeface="Aptos"/>
                <a:cs typeface="Aptos"/>
              </a:defRPr>
            </a:lvl6pPr>
            <a:lvl7pPr algn="ctr">
              <a:defRPr sz="1275" b="0">
                <a:solidFill>
                  <a:srgbClr val="102A43"/>
                </a:solidFill>
                <a:latin typeface="Aptos"/>
                <a:ea typeface="Aptos"/>
                <a:cs typeface="Aptos"/>
              </a:defRPr>
            </a:lvl7pPr>
            <a:lvl8pPr algn="ctr">
              <a:defRPr sz="1275" b="0">
                <a:solidFill>
                  <a:srgbClr val="102A43"/>
                </a:solidFill>
                <a:latin typeface="Aptos"/>
                <a:ea typeface="Aptos"/>
                <a:cs typeface="Aptos"/>
              </a:defRPr>
            </a:lvl8pPr>
            <a:lvl9pPr algn="ctr">
              <a:defRPr sz="1275" b="0">
                <a:solidFill>
                  <a:srgbClr val="102A43"/>
                </a:solidFill>
                <a:latin typeface="Aptos"/>
                <a:ea typeface="Aptos"/>
                <a:cs typeface="Aptos"/>
              </a:defRPr>
            </a:lvl9pPr>
          </a:lstStyle>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PostgreSQL</a:t>
            </a:r>
          </a:p>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Data dan antrean</a:t>
            </a:r>
          </a:p>
        </p:txBody>
      </p:sp>
      <p:sp>
        <p:nvSpPr>
          <p:cNvPr id="42" name="Worker antrean">
            <a:extLst xmlns:a="http://schemas.openxmlformats.org/drawingml/2006/main">
              <a:ext uri="{FF2B5EF4-FFF2-40B4-BE49-F238E27FC236}">
                <a16:creationId xmlns:a16="http://schemas.microsoft.com/office/drawing/2014/main" id="{2B6330F8-F9A5-48BF-826F-AE69154C3D1B}"/>
              </a:ext>
            </a:extLst>
          </p:cNvPr>
          <p:cNvSpPr>
            <a:spLocks xmlns:a="http://schemas.openxmlformats.org/drawingml/2006/main" noGrp="1"/>
          </p:cNvSpPr>
          <p:nvPr/>
        </p:nvSpPr>
        <p:spPr>
          <a:xfrm xmlns:a="http://schemas.openxmlformats.org/drawingml/2006/main">
            <a:off x="800100" y="3143250"/>
            <a:ext cx="20955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0478">
            <a:solidFill>
              <a:srgbClr val="DCE5EB"/>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76200" rIns="76200" bIns="76200" anchor="ctr"/>
          <a:lstStyle xmlns:a="http://schemas.openxmlformats.org/drawingml/2006/main">
            <a:defPPr algn="ctr">
              <a:defRPr sz="1275" b="0">
                <a:solidFill>
                  <a:srgbClr val="102A43"/>
                </a:solidFill>
                <a:latin typeface="Aptos"/>
                <a:ea typeface="Aptos"/>
                <a:cs typeface="Aptos"/>
              </a:defRPr>
            </a:defPPr>
            <a:lvl1pPr algn="ctr">
              <a:defRPr sz="1275" b="0">
                <a:solidFill>
                  <a:srgbClr val="102A43"/>
                </a:solidFill>
                <a:latin typeface="Aptos"/>
                <a:ea typeface="Aptos"/>
                <a:cs typeface="Aptos"/>
              </a:defRPr>
            </a:lvl1pPr>
            <a:lvl2pPr algn="ctr">
              <a:defRPr sz="1275" b="0">
                <a:solidFill>
                  <a:srgbClr val="102A43"/>
                </a:solidFill>
                <a:latin typeface="Aptos"/>
                <a:ea typeface="Aptos"/>
                <a:cs typeface="Aptos"/>
              </a:defRPr>
            </a:lvl2pPr>
            <a:lvl3pPr algn="ctr">
              <a:defRPr sz="1275" b="0">
                <a:solidFill>
                  <a:srgbClr val="102A43"/>
                </a:solidFill>
                <a:latin typeface="Aptos"/>
                <a:ea typeface="Aptos"/>
                <a:cs typeface="Aptos"/>
              </a:defRPr>
            </a:lvl3pPr>
            <a:lvl4pPr algn="ctr">
              <a:defRPr sz="1275" b="0">
                <a:solidFill>
                  <a:srgbClr val="102A43"/>
                </a:solidFill>
                <a:latin typeface="Aptos"/>
                <a:ea typeface="Aptos"/>
                <a:cs typeface="Aptos"/>
              </a:defRPr>
            </a:lvl4pPr>
            <a:lvl5pPr algn="ctr">
              <a:defRPr sz="1275" b="0">
                <a:solidFill>
                  <a:srgbClr val="102A43"/>
                </a:solidFill>
                <a:latin typeface="Aptos"/>
                <a:ea typeface="Aptos"/>
                <a:cs typeface="Aptos"/>
              </a:defRPr>
            </a:lvl5pPr>
            <a:lvl6pPr algn="ctr">
              <a:defRPr sz="1275" b="0">
                <a:solidFill>
                  <a:srgbClr val="102A43"/>
                </a:solidFill>
                <a:latin typeface="Aptos"/>
                <a:ea typeface="Aptos"/>
                <a:cs typeface="Aptos"/>
              </a:defRPr>
            </a:lvl6pPr>
            <a:lvl7pPr algn="ctr">
              <a:defRPr sz="1275" b="0">
                <a:solidFill>
                  <a:srgbClr val="102A43"/>
                </a:solidFill>
                <a:latin typeface="Aptos"/>
                <a:ea typeface="Aptos"/>
                <a:cs typeface="Aptos"/>
              </a:defRPr>
            </a:lvl7pPr>
            <a:lvl8pPr algn="ctr">
              <a:defRPr sz="1275" b="0">
                <a:solidFill>
                  <a:srgbClr val="102A43"/>
                </a:solidFill>
                <a:latin typeface="Aptos"/>
                <a:ea typeface="Aptos"/>
                <a:cs typeface="Aptos"/>
              </a:defRPr>
            </a:lvl8pPr>
            <a:lvl9pPr algn="ctr">
              <a:defRPr sz="1275" b="0">
                <a:solidFill>
                  <a:srgbClr val="102A43"/>
                </a:solidFill>
                <a:latin typeface="Aptos"/>
                <a:ea typeface="Aptos"/>
                <a:cs typeface="Aptos"/>
              </a:defRPr>
            </a:lvl9pPr>
          </a:lstStyle>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Worker antrean</a:t>
            </a:r>
          </a:p>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PDF, chat, dan agen</a:t>
            </a:r>
          </a:p>
        </p:txBody>
      </p:sp>
      <p:sp>
        <p:nvSpPr>
          <p:cNvPr id="43" name="Qdrant">
            <a:extLst xmlns:a="http://schemas.openxmlformats.org/drawingml/2006/main">
              <a:ext uri="{FF2B5EF4-FFF2-40B4-BE49-F238E27FC236}">
                <a16:creationId xmlns:a16="http://schemas.microsoft.com/office/drawing/2014/main" id="{2247EB05-F89C-43AA-B232-D5D9BA696D4A}"/>
              </a:ext>
            </a:extLst>
          </p:cNvPr>
          <p:cNvSpPr>
            <a:spLocks xmlns:a="http://schemas.openxmlformats.org/drawingml/2006/main" noGrp="1"/>
          </p:cNvSpPr>
          <p:nvPr/>
        </p:nvSpPr>
        <p:spPr>
          <a:xfrm xmlns:a="http://schemas.openxmlformats.org/drawingml/2006/main">
            <a:off x="3524250" y="3143250"/>
            <a:ext cx="2095500" cy="742950"/>
          </a:xfrm>
          <a:prstGeom xmlns:a="http://schemas.openxmlformats.org/drawingml/2006/main" prst="roundRect">
            <a:avLst>
              <a:gd name="adj" fmla="val 15385"/>
            </a:avLst>
          </a:prstGeom>
          <a:solidFill xmlns:a="http://schemas.openxmlformats.org/drawingml/2006/main">
            <a:srgbClr val="E5F7F0"/>
          </a:solidFill>
          <a:ln xmlns:a="http://schemas.openxmlformats.org/drawingml/2006/main" w="10478">
            <a:solidFill>
              <a:srgbClr val="DCE5EB"/>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76200" rIns="76200" bIns="76200" anchor="ctr"/>
          <a:lstStyle xmlns:a="http://schemas.openxmlformats.org/drawingml/2006/main">
            <a:defPPr algn="ctr">
              <a:defRPr sz="1275" b="0">
                <a:solidFill>
                  <a:srgbClr val="102A43"/>
                </a:solidFill>
                <a:latin typeface="Aptos"/>
                <a:ea typeface="Aptos"/>
                <a:cs typeface="Aptos"/>
              </a:defRPr>
            </a:defPPr>
            <a:lvl1pPr algn="ctr">
              <a:defRPr sz="1275" b="0">
                <a:solidFill>
                  <a:srgbClr val="102A43"/>
                </a:solidFill>
                <a:latin typeface="Aptos"/>
                <a:ea typeface="Aptos"/>
                <a:cs typeface="Aptos"/>
              </a:defRPr>
            </a:lvl1pPr>
            <a:lvl2pPr algn="ctr">
              <a:defRPr sz="1275" b="0">
                <a:solidFill>
                  <a:srgbClr val="102A43"/>
                </a:solidFill>
                <a:latin typeface="Aptos"/>
                <a:ea typeface="Aptos"/>
                <a:cs typeface="Aptos"/>
              </a:defRPr>
            </a:lvl2pPr>
            <a:lvl3pPr algn="ctr">
              <a:defRPr sz="1275" b="0">
                <a:solidFill>
                  <a:srgbClr val="102A43"/>
                </a:solidFill>
                <a:latin typeface="Aptos"/>
                <a:ea typeface="Aptos"/>
                <a:cs typeface="Aptos"/>
              </a:defRPr>
            </a:lvl3pPr>
            <a:lvl4pPr algn="ctr">
              <a:defRPr sz="1275" b="0">
                <a:solidFill>
                  <a:srgbClr val="102A43"/>
                </a:solidFill>
                <a:latin typeface="Aptos"/>
                <a:ea typeface="Aptos"/>
                <a:cs typeface="Aptos"/>
              </a:defRPr>
            </a:lvl4pPr>
            <a:lvl5pPr algn="ctr">
              <a:defRPr sz="1275" b="0">
                <a:solidFill>
                  <a:srgbClr val="102A43"/>
                </a:solidFill>
                <a:latin typeface="Aptos"/>
                <a:ea typeface="Aptos"/>
                <a:cs typeface="Aptos"/>
              </a:defRPr>
            </a:lvl5pPr>
            <a:lvl6pPr algn="ctr">
              <a:defRPr sz="1275" b="0">
                <a:solidFill>
                  <a:srgbClr val="102A43"/>
                </a:solidFill>
                <a:latin typeface="Aptos"/>
                <a:ea typeface="Aptos"/>
                <a:cs typeface="Aptos"/>
              </a:defRPr>
            </a:lvl6pPr>
            <a:lvl7pPr algn="ctr">
              <a:defRPr sz="1275" b="0">
                <a:solidFill>
                  <a:srgbClr val="102A43"/>
                </a:solidFill>
                <a:latin typeface="Aptos"/>
                <a:ea typeface="Aptos"/>
                <a:cs typeface="Aptos"/>
              </a:defRPr>
            </a:lvl7pPr>
            <a:lvl8pPr algn="ctr">
              <a:defRPr sz="1275" b="0">
                <a:solidFill>
                  <a:srgbClr val="102A43"/>
                </a:solidFill>
                <a:latin typeface="Aptos"/>
                <a:ea typeface="Aptos"/>
                <a:cs typeface="Aptos"/>
              </a:defRPr>
            </a:lvl8pPr>
            <a:lvl9pPr algn="ctr">
              <a:defRPr sz="1275" b="0">
                <a:solidFill>
                  <a:srgbClr val="102A43"/>
                </a:solidFill>
                <a:latin typeface="Aptos"/>
                <a:ea typeface="Aptos"/>
                <a:cs typeface="Aptos"/>
              </a:defRPr>
            </a:lvl9pPr>
          </a:lstStyle>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Qdrant</a:t>
            </a:r>
          </a:p>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Pencarian vektor</a:t>
            </a:r>
          </a:p>
        </p:txBody>
      </p:sp>
      <p:sp>
        <p:nvSpPr>
          <p:cNvPr id="47" name="Volume privat bersama">
            <a:extLst xmlns:a="http://schemas.openxmlformats.org/drawingml/2006/main">
              <a:ext uri="{FF2B5EF4-FFF2-40B4-BE49-F238E27FC236}">
                <a16:creationId xmlns:a16="http://schemas.microsoft.com/office/drawing/2014/main" id="{628EDC12-04A4-409C-955C-9E5B53EF3B9F}"/>
              </a:ext>
            </a:extLst>
          </p:cNvPr>
          <p:cNvSpPr>
            <a:spLocks xmlns:a="http://schemas.openxmlformats.org/drawingml/2006/main" noGrp="1"/>
          </p:cNvSpPr>
          <p:nvPr/>
        </p:nvSpPr>
        <p:spPr>
          <a:xfrm xmlns:a="http://schemas.openxmlformats.org/drawingml/2006/main">
            <a:off x="800100" y="4400550"/>
            <a:ext cx="4819650" cy="552450"/>
          </a:xfrm>
          <a:prstGeom xmlns:a="http://schemas.openxmlformats.org/drawingml/2006/main" prst="roundRect">
            <a:avLst>
              <a:gd name="adj" fmla="val 20690"/>
            </a:avLst>
          </a:prstGeom>
          <a:solidFill xmlns:a="http://schemas.openxmlformats.org/drawingml/2006/main">
            <a:srgbClr val="DDF6F1"/>
          </a:solidFill>
          <a:ln xmlns:a="http://schemas.openxmlformats.org/drawingml/2006/main" w="10478">
            <a:solidFill>
              <a:srgbClr val="DCE5EB"/>
            </a:solid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lIns="76200" tIns="76200" rIns="76200" bIns="76200" anchor="ctr"/>
          <a:lstStyle xmlns:a="http://schemas.openxmlformats.org/drawingml/2006/main">
            <a:defPPr algn="ctr">
              <a:defRPr sz="1275" b="0">
                <a:solidFill>
                  <a:srgbClr val="102A43"/>
                </a:solidFill>
                <a:latin typeface="Aptos"/>
                <a:ea typeface="Aptos"/>
                <a:cs typeface="Aptos"/>
              </a:defRPr>
            </a:defPPr>
            <a:lvl1pPr algn="ctr">
              <a:defRPr sz="1275" b="0">
                <a:solidFill>
                  <a:srgbClr val="102A43"/>
                </a:solidFill>
                <a:latin typeface="Aptos"/>
                <a:ea typeface="Aptos"/>
                <a:cs typeface="Aptos"/>
              </a:defRPr>
            </a:lvl1pPr>
            <a:lvl2pPr algn="ctr">
              <a:defRPr sz="1275" b="0">
                <a:solidFill>
                  <a:srgbClr val="102A43"/>
                </a:solidFill>
                <a:latin typeface="Aptos"/>
                <a:ea typeface="Aptos"/>
                <a:cs typeface="Aptos"/>
              </a:defRPr>
            </a:lvl2pPr>
            <a:lvl3pPr algn="ctr">
              <a:defRPr sz="1275" b="0">
                <a:solidFill>
                  <a:srgbClr val="102A43"/>
                </a:solidFill>
                <a:latin typeface="Aptos"/>
                <a:ea typeface="Aptos"/>
                <a:cs typeface="Aptos"/>
              </a:defRPr>
            </a:lvl3pPr>
            <a:lvl4pPr algn="ctr">
              <a:defRPr sz="1275" b="0">
                <a:solidFill>
                  <a:srgbClr val="102A43"/>
                </a:solidFill>
                <a:latin typeface="Aptos"/>
                <a:ea typeface="Aptos"/>
                <a:cs typeface="Aptos"/>
              </a:defRPr>
            </a:lvl4pPr>
            <a:lvl5pPr algn="ctr">
              <a:defRPr sz="1275" b="0">
                <a:solidFill>
                  <a:srgbClr val="102A43"/>
                </a:solidFill>
                <a:latin typeface="Aptos"/>
                <a:ea typeface="Aptos"/>
                <a:cs typeface="Aptos"/>
              </a:defRPr>
            </a:lvl5pPr>
            <a:lvl6pPr algn="ctr">
              <a:defRPr sz="1275" b="0">
                <a:solidFill>
                  <a:srgbClr val="102A43"/>
                </a:solidFill>
                <a:latin typeface="Aptos"/>
                <a:ea typeface="Aptos"/>
                <a:cs typeface="Aptos"/>
              </a:defRPr>
            </a:lvl6pPr>
            <a:lvl7pPr algn="ctr">
              <a:defRPr sz="1275" b="0">
                <a:solidFill>
                  <a:srgbClr val="102A43"/>
                </a:solidFill>
                <a:latin typeface="Aptos"/>
                <a:ea typeface="Aptos"/>
                <a:cs typeface="Aptos"/>
              </a:defRPr>
            </a:lvl7pPr>
            <a:lvl8pPr algn="ctr">
              <a:defRPr sz="1275" b="0">
                <a:solidFill>
                  <a:srgbClr val="102A43"/>
                </a:solidFill>
                <a:latin typeface="Aptos"/>
                <a:ea typeface="Aptos"/>
                <a:cs typeface="Aptos"/>
              </a:defRPr>
            </a:lvl8pPr>
            <a:lvl9pPr algn="ctr">
              <a:defRPr sz="1275" b="0">
                <a:solidFill>
                  <a:srgbClr val="102A43"/>
                </a:solidFill>
                <a:latin typeface="Aptos"/>
                <a:ea typeface="Aptos"/>
                <a:cs typeface="Aptos"/>
              </a:defRPr>
            </a:lvl9pPr>
          </a:lstStyle>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Volume privat bersama</a:t>
            </a:r>
          </a:p>
          <a:p xmlns:a="http://schemas.openxmlformats.org/drawingml/2006/main">
            <a:pPr algn="ctr">
              <a:defRPr sz="1275" b="0">
                <a:solidFill>
                  <a:srgbClr val="102A43"/>
                </a:solidFill>
                <a:latin typeface="Aptos"/>
                <a:ea typeface="Aptos"/>
                <a:cs typeface="Aptos"/>
              </a:defRPr>
            </a:pPr>
            <a:r>
              <a:rPr sz="1275" b="0">
                <a:solidFill>
                  <a:srgbClr val="102A43"/>
                </a:solidFill>
                <a:latin typeface="Aptos"/>
                <a:ea typeface="Aptos"/>
                <a:cs typeface="Aptos"/>
              </a:rPr>
              <a:t>PDF dan laporan</a:t>
            </a:r>
          </a:p>
        </p:txBody>
      </p:sp>
      <p:sp>
        <p:nvSpPr>
          <p:cNvPr id="48" name="App dan worker berbagi layanan data serta berkas.">
            <a:extLst xmlns:a="http://schemas.openxmlformats.org/drawingml/2006/main">
              <a:ext uri="{FF2B5EF4-FFF2-40B4-BE49-F238E27FC236}">
                <a16:creationId xmlns:a16="http://schemas.microsoft.com/office/drawing/2014/main" id="{D5F25880-2EDF-4D1B-8F38-3D90B68EFEFF}"/>
              </a:ext>
            </a:extLst>
          </p:cNvPr>
          <p:cNvSpPr>
            <a:spLocks xmlns:a="http://schemas.openxmlformats.org/drawingml/2006/main" noGrp="1"/>
          </p:cNvSpPr>
          <p:nvPr/>
        </p:nvSpPr>
        <p:spPr>
          <a:xfrm xmlns:a="http://schemas.openxmlformats.org/drawingml/2006/main">
            <a:off x="800100" y="4010025"/>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080" b="0">
                <a:solidFill>
                  <a:srgbClr val="617586"/>
                </a:solidFill>
                <a:latin typeface="Aptos"/>
                <a:ea typeface="Aptos"/>
                <a:cs typeface="Aptos"/>
              </a:defRPr>
            </a:defPPr>
            <a:lvl1pPr algn="l">
              <a:defRPr sz="1080" b="0">
                <a:solidFill>
                  <a:srgbClr val="617586"/>
                </a:solidFill>
                <a:latin typeface="Aptos"/>
                <a:ea typeface="Aptos"/>
                <a:cs typeface="Aptos"/>
              </a:defRPr>
            </a:lvl1pPr>
            <a:lvl2pPr algn="l">
              <a:defRPr sz="1080" b="0">
                <a:solidFill>
                  <a:srgbClr val="617586"/>
                </a:solidFill>
                <a:latin typeface="Aptos"/>
                <a:ea typeface="Aptos"/>
                <a:cs typeface="Aptos"/>
              </a:defRPr>
            </a:lvl2pPr>
            <a:lvl3pPr algn="l">
              <a:defRPr sz="1080" b="0">
                <a:solidFill>
                  <a:srgbClr val="617586"/>
                </a:solidFill>
                <a:latin typeface="Aptos"/>
                <a:ea typeface="Aptos"/>
                <a:cs typeface="Aptos"/>
              </a:defRPr>
            </a:lvl3pPr>
            <a:lvl4pPr algn="l">
              <a:defRPr sz="1080" b="0">
                <a:solidFill>
                  <a:srgbClr val="617586"/>
                </a:solidFill>
                <a:latin typeface="Aptos"/>
                <a:ea typeface="Aptos"/>
                <a:cs typeface="Aptos"/>
              </a:defRPr>
            </a:lvl4pPr>
            <a:lvl5pPr algn="l">
              <a:defRPr sz="1080" b="0">
                <a:solidFill>
                  <a:srgbClr val="617586"/>
                </a:solidFill>
                <a:latin typeface="Aptos"/>
                <a:ea typeface="Aptos"/>
                <a:cs typeface="Aptos"/>
              </a:defRPr>
            </a:lvl5pPr>
            <a:lvl6pPr algn="l">
              <a:defRPr sz="1080" b="0">
                <a:solidFill>
                  <a:srgbClr val="617586"/>
                </a:solidFill>
                <a:latin typeface="Aptos"/>
                <a:ea typeface="Aptos"/>
                <a:cs typeface="Aptos"/>
              </a:defRPr>
            </a:lvl6pPr>
            <a:lvl7pPr algn="l">
              <a:defRPr sz="1080" b="0">
                <a:solidFill>
                  <a:srgbClr val="617586"/>
                </a:solidFill>
                <a:latin typeface="Aptos"/>
                <a:ea typeface="Aptos"/>
                <a:cs typeface="Aptos"/>
              </a:defRPr>
            </a:lvl7pPr>
            <a:lvl8pPr algn="l">
              <a:defRPr sz="1080" b="0">
                <a:solidFill>
                  <a:srgbClr val="617586"/>
                </a:solidFill>
                <a:latin typeface="Aptos"/>
                <a:ea typeface="Aptos"/>
                <a:cs typeface="Aptos"/>
              </a:defRPr>
            </a:lvl8pPr>
            <a:lvl9pPr algn="l">
              <a:defRPr sz="1080" b="0">
                <a:solidFill>
                  <a:srgbClr val="617586"/>
                </a:solidFill>
                <a:latin typeface="Aptos"/>
                <a:ea typeface="Aptos"/>
                <a:cs typeface="Aptos"/>
              </a:defRPr>
            </a:lvl9pPr>
          </a:lstStyle>
          <a:p xmlns:a="http://schemas.openxmlformats.org/drawingml/2006/main">
            <a:pPr algn="l">
              <a:defRPr sz="1080" b="0">
                <a:solidFill>
                  <a:srgbClr val="617586"/>
                </a:solidFill>
                <a:latin typeface="Aptos"/>
                <a:ea typeface="Aptos"/>
                <a:cs typeface="Aptos"/>
              </a:defRPr>
            </a:pPr>
            <a:r>
              <a:rPr sz="1080" b="0">
                <a:solidFill>
                  <a:srgbClr val="617586"/>
                </a:solidFill>
                <a:latin typeface="Aptos"/>
                <a:ea typeface="Aptos"/>
                <a:cs typeface="Aptos"/>
              </a:rPr>
              <a:t>App dan worker berbagi layanan data serta berkas.</a:t>
            </a:r>
          </a:p>
        </p:txBody>
      </p:sp>
    </p:spTree>
    <p:extLst>
      <p:ext uri="{BB962C8B-B14F-4D97-AF65-F5344CB8AC3E}">
        <p14:creationId xmlns:p14="http://schemas.microsoft.com/office/powerpoint/2010/main" val="619691776"/>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C25A43F-FAB6-4F2C-90B9-7092E92719AA}"/>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688B4FBB-DE77-4D2A-A2CF-C1321A0F6AC3}"/>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PENGALAMAN PENGGUNA</a:t>
            </a:r>
          </a:p>
        </p:txBody>
      </p:sp>
      <p:sp>
        <p:nvSpPr>
          <p:cNvPr id="4" name="TextBox 3">
            <a:extLst xmlns:a="http://schemas.openxmlformats.org/drawingml/2006/main">
              <a:ext uri="{FF2B5EF4-FFF2-40B4-BE49-F238E27FC236}">
                <a16:creationId xmlns:a16="http://schemas.microsoft.com/office/drawing/2014/main" id="{AD8FDAB8-FA2D-4BDA-AE2D-2322DBEC9105}"/>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Tampilan awal dan akun</a:t>
            </a:r>
          </a:p>
        </p:txBody>
      </p:sp>
      <p:sp>
        <p:nvSpPr>
          <p:cNvPr id="5" name="Rectangle 4">
            <a:extLst xmlns:a="http://schemas.openxmlformats.org/drawingml/2006/main">
              <a:ext uri="{FF2B5EF4-FFF2-40B4-BE49-F238E27FC236}">
                <a16:creationId xmlns:a16="http://schemas.microsoft.com/office/drawing/2014/main" id="{BC05D518-2281-41A4-8A78-5FF2B0353E93}"/>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429AF1A2-B4A2-4CBE-9023-EF738B648A82}"/>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A7C879D6-C473-4A0D-8971-D70B248B6356}"/>
              </a:ext>
            </a:extLst>
          </p:cNvPr>
          <p:cNvSpPr>
            <a:spLocks xmlns:a="http://schemas.openxmlformats.org/drawingml/2006/main" noGrp="1"/>
          </p:cNvSpPr>
          <p:nvPr/>
        </p:nvSpPr>
        <p:spPr>
          <a:xfrm xmlns:a="http://schemas.openxmlformats.org/drawingml/2006/main">
            <a:off x="713232" y="1417320"/>
            <a:ext cx="3456432" cy="3639312"/>
          </a:xfrm>
          <a:prstGeom xmlns:a="http://schemas.openxmlformats.org/drawingml/2006/main" prst="roundRect">
            <a:avLst>
              <a:gd name="adj" fmla="val 55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4F4BB25-BCA8-453B-A8B8-5696424B209F}"/>
              </a:ext>
            </a:extLst>
          </p:cNvPr>
          <p:cNvSpPr>
            <a:spLocks xmlns:a="http://schemas.openxmlformats.org/drawingml/2006/main" noGrp="1"/>
          </p:cNvSpPr>
          <p:nvPr/>
        </p:nvSpPr>
        <p:spPr>
          <a:xfrm xmlns:a="http://schemas.openxmlformats.org/drawingml/2006/main">
            <a:off x="914400" y="1572768"/>
            <a:ext cx="3054096" cy="31089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400" b="1" i="0">
                <a:solidFill>
                  <a:srgbClr val="102A43"/>
                </a:solidFill>
                <a:latin typeface="Aptos"/>
                <a:ea typeface="Aptos"/>
                <a:cs typeface="Aptos"/>
              </a:rPr>
              <a:t>Halaman awal</a:t>
            </a:r>
          </a:p>
        </p:txBody>
      </p:sp>
      <p:pic>
        <p:nvPicPr>
          <p:cNvPr id="9" name="Picture 8">
            <a:extLst xmlns:a="http://schemas.openxmlformats.org/drawingml/2006/main">
              <a:ext uri="{FF2B5EF4-FFF2-40B4-BE49-F238E27FC236}">
                <a16:creationId xmlns:a16="http://schemas.microsoft.com/office/drawing/2014/main" id="{A18A7C4D-4B71-47A6-9FE0-5AFB7D358999}"/>
              </a:ext>
            </a:extLst>
          </p:cNvPr>
          <p:cNvPicPr>
            <a:picLocks xmlns:a="http://schemas.openxmlformats.org/drawingml/2006/main" noChangeAspect="1"/>
          </p:cNvPicPr>
          <p:nvPr/>
        </p:nvPicPr>
        <p:blipFill>
          <a:blip xmlns:r="http://schemas.openxmlformats.org/officeDocument/2006/relationships" xmlns:a="http://schemas.openxmlformats.org/drawingml/2006/main" r:embed="Rcdbdc0c81d8b4525"/>
          <a:stretch xmlns:a="http://schemas.openxmlformats.org/drawingml/2006/main">
            <a:fillRect l="0" t="0" r="0" b="0"/>
          </a:stretch>
        </p:blipFill>
        <p:spPr>
          <a:xfrm xmlns:a="http://schemas.openxmlformats.org/drawingml/2006/main">
            <a:off x="868679" y="2493482"/>
            <a:ext cx="3145536" cy="1770451"/>
          </a:xfrm>
          <a:prstGeom xmlns:a="http://schemas.openxmlformats.org/drawingml/2006/main" prst="rect">
            <a:avLst/>
          </a:prstGeom>
        </p:spPr>
      </p:pic>
      <p:sp>
        <p:nvSpPr>
          <p:cNvPr id="10" name="Rounded Rectangle 9">
            <a:extLst xmlns:a="http://schemas.openxmlformats.org/drawingml/2006/main">
              <a:ext uri="{FF2B5EF4-FFF2-40B4-BE49-F238E27FC236}">
                <a16:creationId xmlns:a16="http://schemas.microsoft.com/office/drawing/2014/main" id="{F63A5F95-7EFB-43FA-81C9-BF2A6EAA249C}"/>
              </a:ext>
            </a:extLst>
          </p:cNvPr>
          <p:cNvSpPr>
            <a:spLocks xmlns:a="http://schemas.openxmlformats.org/drawingml/2006/main" noGrp="1"/>
          </p:cNvSpPr>
          <p:nvPr/>
        </p:nvSpPr>
        <p:spPr>
          <a:xfrm xmlns:a="http://schemas.openxmlformats.org/drawingml/2006/main">
            <a:off x="4361688" y="1417320"/>
            <a:ext cx="3456432" cy="3639312"/>
          </a:xfrm>
          <a:prstGeom xmlns:a="http://schemas.openxmlformats.org/drawingml/2006/main" prst="roundRect">
            <a:avLst>
              <a:gd name="adj" fmla="val 55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25DF5994-3058-4FC5-9227-F5EC9A3E2484}"/>
              </a:ext>
            </a:extLst>
          </p:cNvPr>
          <p:cNvSpPr>
            <a:spLocks xmlns:a="http://schemas.openxmlformats.org/drawingml/2006/main" noGrp="1"/>
          </p:cNvSpPr>
          <p:nvPr/>
        </p:nvSpPr>
        <p:spPr>
          <a:xfrm xmlns:a="http://schemas.openxmlformats.org/drawingml/2006/main">
            <a:off x="4562855" y="1572768"/>
            <a:ext cx="3054096" cy="31089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400" b="1" i="0">
                <a:solidFill>
                  <a:srgbClr val="102A43"/>
                </a:solidFill>
                <a:latin typeface="Aptos"/>
                <a:ea typeface="Aptos"/>
                <a:cs typeface="Aptos"/>
              </a:rPr>
              <a:t>Masuk</a:t>
            </a:r>
          </a:p>
        </p:txBody>
      </p:sp>
      <p:pic>
        <p:nvPicPr>
          <p:cNvPr id="12" name="Picture 11">
            <a:extLst xmlns:a="http://schemas.openxmlformats.org/drawingml/2006/main">
              <a:ext uri="{FF2B5EF4-FFF2-40B4-BE49-F238E27FC236}">
                <a16:creationId xmlns:a16="http://schemas.microsoft.com/office/drawing/2014/main" id="{86D1C371-18A3-4F60-BBB9-83677E1B7840}"/>
              </a:ext>
            </a:extLst>
          </p:cNvPr>
          <p:cNvPicPr>
            <a:picLocks xmlns:a="http://schemas.openxmlformats.org/drawingml/2006/main" noChangeAspect="1"/>
          </p:cNvPicPr>
          <p:nvPr/>
        </p:nvPicPr>
        <p:blipFill>
          <a:blip xmlns:r="http://schemas.openxmlformats.org/officeDocument/2006/relationships" xmlns:a="http://schemas.openxmlformats.org/drawingml/2006/main" r:embed="R70802007be1f4dcf"/>
          <a:stretch xmlns:a="http://schemas.openxmlformats.org/drawingml/2006/main">
            <a:fillRect l="0" t="0" r="0" b="0"/>
          </a:stretch>
        </p:blipFill>
        <p:spPr>
          <a:xfrm xmlns:a="http://schemas.openxmlformats.org/drawingml/2006/main">
            <a:off x="4758707" y="1947672"/>
            <a:ext cx="2662392" cy="2862072"/>
          </a:xfrm>
          <a:prstGeom xmlns:a="http://schemas.openxmlformats.org/drawingml/2006/main" prst="rect">
            <a:avLst/>
          </a:prstGeom>
        </p:spPr>
      </p:pic>
      <p:sp>
        <p:nvSpPr>
          <p:cNvPr id="13" name="Rounded Rectangle 12">
            <a:extLst xmlns:a="http://schemas.openxmlformats.org/drawingml/2006/main">
              <a:ext uri="{FF2B5EF4-FFF2-40B4-BE49-F238E27FC236}">
                <a16:creationId xmlns:a16="http://schemas.microsoft.com/office/drawing/2014/main" id="{315C7801-A772-4E1A-B86F-09C781205328}"/>
              </a:ext>
            </a:extLst>
          </p:cNvPr>
          <p:cNvSpPr>
            <a:spLocks xmlns:a="http://schemas.openxmlformats.org/drawingml/2006/main" noGrp="1"/>
          </p:cNvSpPr>
          <p:nvPr/>
        </p:nvSpPr>
        <p:spPr>
          <a:xfrm xmlns:a="http://schemas.openxmlformats.org/drawingml/2006/main">
            <a:off x="8010144" y="1417320"/>
            <a:ext cx="3456432" cy="3639312"/>
          </a:xfrm>
          <a:prstGeom xmlns:a="http://schemas.openxmlformats.org/drawingml/2006/main" prst="roundRect">
            <a:avLst>
              <a:gd name="adj" fmla="val 55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6F4149CA-01DA-489F-B161-65AD0857D512}"/>
              </a:ext>
            </a:extLst>
          </p:cNvPr>
          <p:cNvSpPr>
            <a:spLocks xmlns:a="http://schemas.openxmlformats.org/drawingml/2006/main" noGrp="1"/>
          </p:cNvSpPr>
          <p:nvPr/>
        </p:nvSpPr>
        <p:spPr>
          <a:xfrm xmlns:a="http://schemas.openxmlformats.org/drawingml/2006/main">
            <a:off x="8211312" y="1572768"/>
            <a:ext cx="3054096" cy="31089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400" b="1" i="0">
                <a:solidFill>
                  <a:srgbClr val="102A43"/>
                </a:solidFill>
                <a:latin typeface="Aptos"/>
                <a:ea typeface="Aptos"/>
                <a:cs typeface="Aptos"/>
              </a:rPr>
              <a:t>Registrasi</a:t>
            </a:r>
          </a:p>
        </p:txBody>
      </p:sp>
      <p:pic>
        <p:nvPicPr>
          <p:cNvPr id="15" name="Picture 14">
            <a:extLst xmlns:a="http://schemas.openxmlformats.org/drawingml/2006/main">
              <a:ext uri="{FF2B5EF4-FFF2-40B4-BE49-F238E27FC236}">
                <a16:creationId xmlns:a16="http://schemas.microsoft.com/office/drawing/2014/main" id="{C13F25CD-6DD1-479F-A57E-8801EAFB1B95}"/>
              </a:ext>
            </a:extLst>
          </p:cNvPr>
          <p:cNvPicPr>
            <a:picLocks xmlns:a="http://schemas.openxmlformats.org/drawingml/2006/main" noChangeAspect="1"/>
          </p:cNvPicPr>
          <p:nvPr/>
        </p:nvPicPr>
        <p:blipFill>
          <a:blip xmlns:r="http://schemas.openxmlformats.org/officeDocument/2006/relationships" xmlns:a="http://schemas.openxmlformats.org/drawingml/2006/main" r:embed="Rd4b8e172251a4472"/>
          <a:stretch xmlns:a="http://schemas.openxmlformats.org/drawingml/2006/main">
            <a:fillRect l="0" t="0" r="0" b="0"/>
          </a:stretch>
        </p:blipFill>
        <p:spPr>
          <a:xfrm xmlns:a="http://schemas.openxmlformats.org/drawingml/2006/main">
            <a:off x="8678333" y="1947672"/>
            <a:ext cx="2120053" cy="2862072"/>
          </a:xfrm>
          <a:prstGeom xmlns:a="http://schemas.openxmlformats.org/drawingml/2006/main" prst="rect">
            <a:avLst/>
          </a:prstGeom>
        </p:spPr>
      </p:pic>
      <p:sp>
        <p:nvSpPr>
          <p:cNvPr id="16" name="Rounded Rectangle 15">
            <a:extLst xmlns:a="http://schemas.openxmlformats.org/drawingml/2006/main">
              <a:ext uri="{FF2B5EF4-FFF2-40B4-BE49-F238E27FC236}">
                <a16:creationId xmlns:a16="http://schemas.microsoft.com/office/drawing/2014/main" id="{3F86F99B-CCEA-4BF6-A8C8-146B91321BA3}"/>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Rectangle 16">
            <a:extLst xmlns:a="http://schemas.openxmlformats.org/drawingml/2006/main">
              <a:ext uri="{FF2B5EF4-FFF2-40B4-BE49-F238E27FC236}">
                <a16:creationId xmlns:a16="http://schemas.microsoft.com/office/drawing/2014/main" id="{867792B6-2E91-470F-B7DD-0073949102FC}"/>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TextBox 17">
            <a:extLst xmlns:a="http://schemas.openxmlformats.org/drawingml/2006/main">
              <a:ext uri="{FF2B5EF4-FFF2-40B4-BE49-F238E27FC236}">
                <a16:creationId xmlns:a16="http://schemas.microsoft.com/office/drawing/2014/main" id="{C87B5B01-EEF6-4E29-BE29-D1AA4C79085C}"/>
              </a:ext>
            </a:extLst>
          </p:cNvPr>
          <p:cNvSpPr>
            <a:spLocks xmlns:a="http://schemas.openxmlformats.org/drawingml/2006/main" noGrp="1"/>
          </p:cNvSpPr>
          <p:nvPr/>
        </p:nvSpPr>
        <p:spPr>
          <a:xfrm xmlns:a="http://schemas.openxmlformats.org/drawingml/2006/main">
            <a:off x="859536" y="5334000"/>
            <a:ext cx="10382250" cy="2560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Setelah masuk, pengguna membuat proyek berisi pertanyaan, tujuan, bahasa, rentang tahun, target artikel, dan mode sumber.</a:t>
            </a:r>
          </a:p>
        </p:txBody>
      </p:sp>
      <p:sp>
        <p:nvSpPr>
          <p:cNvPr id="19" name="TextBox 18">
            <a:extLst xmlns:a="http://schemas.openxmlformats.org/drawingml/2006/main">
              <a:ext uri="{FF2B5EF4-FFF2-40B4-BE49-F238E27FC236}">
                <a16:creationId xmlns:a16="http://schemas.microsoft.com/office/drawing/2014/main" id="{9ADDC1ED-EB31-4F3D-948E-8D316FD55F7F}"/>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Screenshot publik, 16 Oktober 2026. Form kosong tanpa kredensial. Proyek dan hasil memiliki pembatasan akses per pengguna.</a:t>
            </a:r>
          </a:p>
        </p:txBody>
      </p:sp>
      <p:sp>
        <p:nvSpPr>
          <p:cNvPr id="20" name="Connector 19">
            <a:extLst xmlns:a="http://schemas.openxmlformats.org/drawingml/2006/main">
              <a:ext uri="{FF2B5EF4-FFF2-40B4-BE49-F238E27FC236}">
                <a16:creationId xmlns:a16="http://schemas.microsoft.com/office/drawing/2014/main" id="{F6FBC655-94DE-4276-BB1B-D19F67DC4CEF}"/>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1" name="TextBox 20">
            <a:extLst xmlns:a="http://schemas.openxmlformats.org/drawingml/2006/main">
              <a:ext uri="{FF2B5EF4-FFF2-40B4-BE49-F238E27FC236}">
                <a16:creationId xmlns:a16="http://schemas.microsoft.com/office/drawing/2014/main" id="{7016A9D7-33E8-4309-A8D3-853F5581509C}"/>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22" name="TextBox 21">
            <a:extLst xmlns:a="http://schemas.openxmlformats.org/drawingml/2006/main">
              <a:ext uri="{FF2B5EF4-FFF2-40B4-BE49-F238E27FC236}">
                <a16:creationId xmlns:a16="http://schemas.microsoft.com/office/drawing/2014/main" id="{591BC4D4-05DF-4E84-ACF0-E2E1CFC12606}"/>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04 / 15</a:t>
            </a:r>
          </a:p>
        </p:txBody>
      </p:sp>
    </p:spTree>
    <p:extLst>
      <p:ext uri="{BB962C8B-B14F-4D97-AF65-F5344CB8AC3E}">
        <p14:creationId xmlns:p14="http://schemas.microsoft.com/office/powerpoint/2010/main" val="1127965251"/>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558075-55E3-4587-97CE-3E707D16B6F2}"/>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DC2F05A2-A31E-46B0-816D-D4DE2E689188}"/>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MANAJEMEN LITERATUR</a:t>
            </a:r>
          </a:p>
        </p:txBody>
      </p:sp>
      <p:sp>
        <p:nvSpPr>
          <p:cNvPr id="4" name="TextBox 3">
            <a:extLst xmlns:a="http://schemas.openxmlformats.org/drawingml/2006/main">
              <a:ext uri="{FF2B5EF4-FFF2-40B4-BE49-F238E27FC236}">
                <a16:creationId xmlns:a16="http://schemas.microsoft.com/office/drawing/2014/main" id="{C6F3AC0B-C7A4-42B0-99D1-EB99497B491B}"/>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PDF sampai siap digunakan</a:t>
            </a:r>
          </a:p>
        </p:txBody>
      </p:sp>
      <p:sp>
        <p:nvSpPr>
          <p:cNvPr id="5" name="Rectangle 4">
            <a:extLst xmlns:a="http://schemas.openxmlformats.org/drawingml/2006/main">
              <a:ext uri="{FF2B5EF4-FFF2-40B4-BE49-F238E27FC236}">
                <a16:creationId xmlns:a16="http://schemas.microsoft.com/office/drawing/2014/main" id="{9D0CFC4A-82B3-4D79-95FD-374E6101B5D5}"/>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C997B08F-5DE4-475B-82DE-EF2A19F1AEC5}"/>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45AF05D6-DF47-4292-882A-D6DAC758E62D}"/>
              </a:ext>
            </a:extLst>
          </p:cNvPr>
          <p:cNvSpPr>
            <a:spLocks xmlns:a="http://schemas.openxmlformats.org/drawingml/2006/main" noGrp="1"/>
          </p:cNvSpPr>
          <p:nvPr/>
        </p:nvSpPr>
        <p:spPr>
          <a:xfrm xmlns:a="http://schemas.openxmlformats.org/drawingml/2006/main">
            <a:off x="786384" y="1417320"/>
            <a:ext cx="2926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45">
                <a:solidFill>
                  <a:srgbClr val="08776F"/>
                </a:solidFill>
                <a:latin typeface="Aptos"/>
                <a:ea typeface="Aptos"/>
                <a:cs typeface="Aptos"/>
              </a:rPr>
              <a:t>ALUR PEMROSESAN</a:t>
            </a:r>
          </a:p>
        </p:txBody>
      </p:sp>
      <p:sp>
        <p:nvSpPr>
          <p:cNvPr id="8" name="Rounded Rectangle 7">
            <a:extLst xmlns:a="http://schemas.openxmlformats.org/drawingml/2006/main">
              <a:ext uri="{FF2B5EF4-FFF2-40B4-BE49-F238E27FC236}">
                <a16:creationId xmlns:a16="http://schemas.microsoft.com/office/drawing/2014/main" id="{7B39E661-4678-4D2E-8C1B-502FE738E1D3}"/>
              </a:ext>
            </a:extLst>
          </p:cNvPr>
          <p:cNvSpPr>
            <a:spLocks xmlns:a="http://schemas.openxmlformats.org/drawingml/2006/main" noGrp="1"/>
          </p:cNvSpPr>
          <p:nvPr/>
        </p:nvSpPr>
        <p:spPr>
          <a:xfrm xmlns:a="http://schemas.openxmlformats.org/drawingml/2006/main">
            <a:off x="768096" y="1764792"/>
            <a:ext cx="3127248"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3E1296A5-381E-430B-A4A6-C9150776757A}"/>
              </a:ext>
            </a:extLst>
          </p:cNvPr>
          <p:cNvSpPr>
            <a:spLocks xmlns:a="http://schemas.openxmlformats.org/drawingml/2006/main" noGrp="1"/>
          </p:cNvSpPr>
          <p:nvPr/>
        </p:nvSpPr>
        <p:spPr>
          <a:xfrm xmlns:a="http://schemas.openxmlformats.org/drawingml/2006/main">
            <a:off x="932688" y="1892807"/>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650A491-725D-430A-BA78-28E30299C7E8}"/>
              </a:ext>
            </a:extLst>
          </p:cNvPr>
          <p:cNvSpPr>
            <a:spLocks xmlns:a="http://schemas.openxmlformats.org/drawingml/2006/main" noGrp="1"/>
          </p:cNvSpPr>
          <p:nvPr/>
        </p:nvSpPr>
        <p:spPr>
          <a:xfrm xmlns:a="http://schemas.openxmlformats.org/drawingml/2006/main">
            <a:off x="932688" y="1892807"/>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1</a:t>
            </a:r>
          </a:p>
        </p:txBody>
      </p:sp>
      <p:sp>
        <p:nvSpPr>
          <p:cNvPr id="11" name="TextBox 10">
            <a:extLst xmlns:a="http://schemas.openxmlformats.org/drawingml/2006/main">
              <a:ext uri="{FF2B5EF4-FFF2-40B4-BE49-F238E27FC236}">
                <a16:creationId xmlns:a16="http://schemas.microsoft.com/office/drawing/2014/main" id="{ED27FE89-07C9-4497-A0A2-2E370B168988}"/>
              </a:ext>
            </a:extLst>
          </p:cNvPr>
          <p:cNvSpPr>
            <a:spLocks xmlns:a="http://schemas.openxmlformats.org/drawingml/2006/main" noGrp="1"/>
          </p:cNvSpPr>
          <p:nvPr/>
        </p:nvSpPr>
        <p:spPr>
          <a:xfrm xmlns:a="http://schemas.openxmlformats.org/drawingml/2006/main">
            <a:off x="1444752" y="1828800"/>
            <a:ext cx="1234440"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50" b="1" i="0">
                <a:solidFill>
                  <a:srgbClr val="102A43"/>
                </a:solidFill>
                <a:latin typeface="Aptos"/>
                <a:ea typeface="Aptos"/>
                <a:cs typeface="Aptos"/>
              </a:rPr>
              <a:t>PDF</a:t>
            </a:r>
          </a:p>
        </p:txBody>
      </p:sp>
      <p:sp>
        <p:nvSpPr>
          <p:cNvPr id="12" name="TextBox 11">
            <a:extLst xmlns:a="http://schemas.openxmlformats.org/drawingml/2006/main">
              <a:ext uri="{FF2B5EF4-FFF2-40B4-BE49-F238E27FC236}">
                <a16:creationId xmlns:a16="http://schemas.microsoft.com/office/drawing/2014/main" id="{9E3E31AF-FF25-45D4-B6D3-6D18995B87DD}"/>
              </a:ext>
            </a:extLst>
          </p:cNvPr>
          <p:cNvSpPr>
            <a:spLocks xmlns:a="http://schemas.openxmlformats.org/drawingml/2006/main" noGrp="1"/>
          </p:cNvSpPr>
          <p:nvPr/>
        </p:nvSpPr>
        <p:spPr>
          <a:xfrm xmlns:a="http://schemas.openxmlformats.org/drawingml/2006/main">
            <a:off x="1444752" y="2075688"/>
            <a:ext cx="205740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PDF teks, maksimal 20 MB</a:t>
            </a:r>
          </a:p>
        </p:txBody>
      </p:sp>
      <p:sp>
        <p:nvSpPr>
          <p:cNvPr id="13" name="Connector 12">
            <a:extLst xmlns:a="http://schemas.openxmlformats.org/drawingml/2006/main">
              <a:ext uri="{FF2B5EF4-FFF2-40B4-BE49-F238E27FC236}">
                <a16:creationId xmlns:a16="http://schemas.microsoft.com/office/drawing/2014/main" id="{004BDBB3-56DD-4074-9811-F3EF5BC7413B}"/>
              </a:ext>
            </a:extLst>
          </p:cNvPr>
          <p:cNvSpPr>
            <a:spLocks xmlns:a="http://schemas.openxmlformats.org/drawingml/2006/main" noGrp="1"/>
          </p:cNvSpPr>
          <p:nvPr/>
        </p:nvSpPr>
        <p:spPr>
          <a:xfrm xmlns:a="http://schemas.openxmlformats.org/drawingml/2006/main">
            <a:off x="1115568" y="2386584"/>
            <a:ext cx="0" cy="128016"/>
          </a:xfrm>
          <a:prstGeom xmlns:a="http://schemas.openxmlformats.org/drawingml/2006/main" prst="line">
            <a:avLst/>
          </a:prstGeom>
          <a:ln xmlns:a="http://schemas.openxmlformats.org/drawingml/2006/main" w="15240">
            <a:solidFill>
              <a:srgbClr val="0F9D9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1333367E-6116-4FDE-B043-FC06B985AA8F}"/>
              </a:ext>
            </a:extLst>
          </p:cNvPr>
          <p:cNvSpPr>
            <a:spLocks xmlns:a="http://schemas.openxmlformats.org/drawingml/2006/main" noGrp="1"/>
          </p:cNvSpPr>
          <p:nvPr/>
        </p:nvSpPr>
        <p:spPr>
          <a:xfrm xmlns:a="http://schemas.openxmlformats.org/drawingml/2006/main">
            <a:off x="768096" y="2532888"/>
            <a:ext cx="3127248"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16D1255D-950E-41FF-9B75-45C09852943C}"/>
              </a:ext>
            </a:extLst>
          </p:cNvPr>
          <p:cNvSpPr>
            <a:spLocks xmlns:a="http://schemas.openxmlformats.org/drawingml/2006/main" noGrp="1"/>
          </p:cNvSpPr>
          <p:nvPr/>
        </p:nvSpPr>
        <p:spPr>
          <a:xfrm xmlns:a="http://schemas.openxmlformats.org/drawingml/2006/main">
            <a:off x="932688" y="2660904"/>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259C2366-6C00-4BCC-92E3-66B98E5BD29E}"/>
              </a:ext>
            </a:extLst>
          </p:cNvPr>
          <p:cNvSpPr>
            <a:spLocks xmlns:a="http://schemas.openxmlformats.org/drawingml/2006/main" noGrp="1"/>
          </p:cNvSpPr>
          <p:nvPr/>
        </p:nvSpPr>
        <p:spPr>
          <a:xfrm xmlns:a="http://schemas.openxmlformats.org/drawingml/2006/main">
            <a:off x="932688" y="2660904"/>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2</a:t>
            </a:r>
          </a:p>
        </p:txBody>
      </p:sp>
      <p:sp>
        <p:nvSpPr>
          <p:cNvPr id="17" name="TextBox 16">
            <a:extLst xmlns:a="http://schemas.openxmlformats.org/drawingml/2006/main">
              <a:ext uri="{FF2B5EF4-FFF2-40B4-BE49-F238E27FC236}">
                <a16:creationId xmlns:a16="http://schemas.microsoft.com/office/drawing/2014/main" id="{D60E35B0-A7C9-4C48-B7E9-A8EA28F3E9B4}"/>
              </a:ext>
            </a:extLst>
          </p:cNvPr>
          <p:cNvSpPr>
            <a:spLocks xmlns:a="http://schemas.openxmlformats.org/drawingml/2006/main" noGrp="1"/>
          </p:cNvSpPr>
          <p:nvPr/>
        </p:nvSpPr>
        <p:spPr>
          <a:xfrm xmlns:a="http://schemas.openxmlformats.org/drawingml/2006/main">
            <a:off x="1444752" y="2596896"/>
            <a:ext cx="1234440"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50" b="1" i="0">
                <a:solidFill>
                  <a:srgbClr val="102A43"/>
                </a:solidFill>
                <a:latin typeface="Aptos"/>
                <a:ea typeface="Aptos"/>
                <a:cs typeface="Aptos"/>
              </a:rPr>
              <a:t>Ekstraksi</a:t>
            </a:r>
          </a:p>
        </p:txBody>
      </p:sp>
      <p:sp>
        <p:nvSpPr>
          <p:cNvPr id="18" name="TextBox 17">
            <a:extLst xmlns:a="http://schemas.openxmlformats.org/drawingml/2006/main">
              <a:ext uri="{FF2B5EF4-FFF2-40B4-BE49-F238E27FC236}">
                <a16:creationId xmlns:a16="http://schemas.microsoft.com/office/drawing/2014/main" id="{B3341607-3503-44B3-8C8B-1A290C5FA903}"/>
              </a:ext>
            </a:extLst>
          </p:cNvPr>
          <p:cNvSpPr>
            <a:spLocks xmlns:a="http://schemas.openxmlformats.org/drawingml/2006/main" noGrp="1"/>
          </p:cNvSpPr>
          <p:nvPr/>
        </p:nvSpPr>
        <p:spPr>
          <a:xfrm xmlns:a="http://schemas.openxmlformats.org/drawingml/2006/main">
            <a:off x="1444752" y="2843784"/>
            <a:ext cx="2057400" cy="184099"/>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28">
                <a:solidFill>
                  <a:srgbClr val="617586"/>
                </a:solidFill>
                <a:latin typeface="Aptos"/>
                <a:ea typeface="Aptos"/>
                <a:cs typeface="Aptos"/>
              </a:defRPr>
            </a:defPPr>
            <a:lvl1pPr algn="l">
              <a:buNone/>
              <a:defRPr sz="1028">
                <a:solidFill>
                  <a:srgbClr val="617586"/>
                </a:solidFill>
                <a:latin typeface="Aptos"/>
                <a:ea typeface="Aptos"/>
                <a:cs typeface="Aptos"/>
              </a:defRPr>
            </a:lvl1pPr>
            <a:lvl2pPr algn="l">
              <a:buNone/>
              <a:defRPr sz="1028">
                <a:solidFill>
                  <a:srgbClr val="617586"/>
                </a:solidFill>
                <a:latin typeface="Aptos"/>
                <a:ea typeface="Aptos"/>
                <a:cs typeface="Aptos"/>
              </a:defRPr>
            </a:lvl2pPr>
            <a:lvl3pPr algn="l">
              <a:buNone/>
              <a:defRPr sz="1028">
                <a:solidFill>
                  <a:srgbClr val="617586"/>
                </a:solidFill>
                <a:latin typeface="Aptos"/>
                <a:ea typeface="Aptos"/>
                <a:cs typeface="Aptos"/>
              </a:defRPr>
            </a:lvl3pPr>
            <a:lvl4pPr algn="l">
              <a:buNone/>
              <a:defRPr sz="1028">
                <a:solidFill>
                  <a:srgbClr val="617586"/>
                </a:solidFill>
                <a:latin typeface="Aptos"/>
                <a:ea typeface="Aptos"/>
                <a:cs typeface="Aptos"/>
              </a:defRPr>
            </a:lvl4pPr>
            <a:lvl5pPr algn="l">
              <a:buNone/>
              <a:defRPr sz="1028">
                <a:solidFill>
                  <a:srgbClr val="617586"/>
                </a:solidFill>
                <a:latin typeface="Aptos"/>
                <a:ea typeface="Aptos"/>
                <a:cs typeface="Aptos"/>
              </a:defRPr>
            </a:lvl5pPr>
            <a:lvl6pPr algn="l">
              <a:buNone/>
              <a:defRPr sz="1028">
                <a:solidFill>
                  <a:srgbClr val="617586"/>
                </a:solidFill>
                <a:latin typeface="Aptos"/>
                <a:ea typeface="Aptos"/>
                <a:cs typeface="Aptos"/>
              </a:defRPr>
            </a:lvl6pPr>
            <a:lvl7pPr algn="l">
              <a:buNone/>
              <a:defRPr sz="1028">
                <a:solidFill>
                  <a:srgbClr val="617586"/>
                </a:solidFill>
                <a:latin typeface="Aptos"/>
                <a:ea typeface="Aptos"/>
                <a:cs typeface="Aptos"/>
              </a:defRPr>
            </a:lvl7pPr>
            <a:lvl8pPr algn="l">
              <a:buNone/>
              <a:defRPr sz="1028">
                <a:solidFill>
                  <a:srgbClr val="617586"/>
                </a:solidFill>
                <a:latin typeface="Aptos"/>
                <a:ea typeface="Aptos"/>
                <a:cs typeface="Aptos"/>
              </a:defRPr>
            </a:lvl8pPr>
            <a:lvl9pPr algn="l">
              <a:buNone/>
              <a:defRPr sz="1028">
                <a:solidFill>
                  <a:srgbClr val="617586"/>
                </a:solidFill>
                <a:latin typeface="Aptos"/>
                <a:ea typeface="Aptos"/>
                <a:cs typeface="Aptos"/>
              </a:defRPr>
            </a:lvl9pPr>
          </a:lstStyle>
          <a:p xmlns:a="http://schemas.openxmlformats.org/drawingml/2006/main">
            <a:pPr algn="l">
              <a:spcBef>
                <a:spcPts val="0"/>
              </a:spcBef>
              <a:spcAft>
                <a:spcPts val="0"/>
              </a:spcAft>
              <a:buNone/>
              <a:defRPr sz="1028">
                <a:solidFill>
                  <a:srgbClr val="617586"/>
                </a:solidFill>
                <a:latin typeface="Aptos"/>
                <a:ea typeface="Aptos"/>
                <a:cs typeface="Aptos"/>
              </a:defRPr>
            </a:pPr>
            <a:r>
              <a:rPr sz="1028" b="0" i="0">
                <a:solidFill>
                  <a:srgbClr val="617586"/>
                </a:solidFill>
                <a:latin typeface="Aptos"/>
                <a:ea typeface="Aptos"/>
                <a:cs typeface="Aptos"/>
              </a:rPr>
              <a:t>Halaman dan chunk 1.200 karakter</a:t>
            </a:r>
          </a:p>
        </p:txBody>
      </p:sp>
      <p:sp>
        <p:nvSpPr>
          <p:cNvPr id="19" name="Connector 18">
            <a:extLst xmlns:a="http://schemas.openxmlformats.org/drawingml/2006/main">
              <a:ext uri="{FF2B5EF4-FFF2-40B4-BE49-F238E27FC236}">
                <a16:creationId xmlns:a16="http://schemas.microsoft.com/office/drawing/2014/main" id="{21214DBE-F8E7-4DCA-B1F9-0F5069377BEE}"/>
              </a:ext>
            </a:extLst>
          </p:cNvPr>
          <p:cNvSpPr>
            <a:spLocks xmlns:a="http://schemas.openxmlformats.org/drawingml/2006/main" noGrp="1"/>
          </p:cNvSpPr>
          <p:nvPr/>
        </p:nvSpPr>
        <p:spPr>
          <a:xfrm xmlns:a="http://schemas.openxmlformats.org/drawingml/2006/main">
            <a:off x="1115568" y="3154680"/>
            <a:ext cx="0" cy="128016"/>
          </a:xfrm>
          <a:prstGeom xmlns:a="http://schemas.openxmlformats.org/drawingml/2006/main" prst="line">
            <a:avLst/>
          </a:prstGeom>
          <a:ln xmlns:a="http://schemas.openxmlformats.org/drawingml/2006/main" w="15240">
            <a:solidFill>
              <a:srgbClr val="0F9D9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Rounded Rectangle 19">
            <a:extLst xmlns:a="http://schemas.openxmlformats.org/drawingml/2006/main">
              <a:ext uri="{FF2B5EF4-FFF2-40B4-BE49-F238E27FC236}">
                <a16:creationId xmlns:a16="http://schemas.microsoft.com/office/drawing/2014/main" id="{BC2AC2FE-8D1E-4C70-9518-79A09AF888C4}"/>
              </a:ext>
            </a:extLst>
          </p:cNvPr>
          <p:cNvSpPr>
            <a:spLocks xmlns:a="http://schemas.openxmlformats.org/drawingml/2006/main" noGrp="1"/>
          </p:cNvSpPr>
          <p:nvPr/>
        </p:nvSpPr>
        <p:spPr>
          <a:xfrm xmlns:a="http://schemas.openxmlformats.org/drawingml/2006/main">
            <a:off x="768096" y="3300984"/>
            <a:ext cx="3127248"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9EFAD6D1-3B30-4E8A-ACBA-22345EA8813E}"/>
              </a:ext>
            </a:extLst>
          </p:cNvPr>
          <p:cNvSpPr>
            <a:spLocks xmlns:a="http://schemas.openxmlformats.org/drawingml/2006/main" noGrp="1"/>
          </p:cNvSpPr>
          <p:nvPr/>
        </p:nvSpPr>
        <p:spPr>
          <a:xfrm xmlns:a="http://schemas.openxmlformats.org/drawingml/2006/main">
            <a:off x="932688" y="3429000"/>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BFF19A2E-46CC-4BA4-BCE0-C6C07E2821AC}"/>
              </a:ext>
            </a:extLst>
          </p:cNvPr>
          <p:cNvSpPr>
            <a:spLocks xmlns:a="http://schemas.openxmlformats.org/drawingml/2006/main" noGrp="1"/>
          </p:cNvSpPr>
          <p:nvPr/>
        </p:nvSpPr>
        <p:spPr>
          <a:xfrm xmlns:a="http://schemas.openxmlformats.org/drawingml/2006/main">
            <a:off x="932688" y="3429000"/>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3</a:t>
            </a:r>
          </a:p>
        </p:txBody>
      </p:sp>
      <p:sp>
        <p:nvSpPr>
          <p:cNvPr id="23" name="TextBox 22">
            <a:extLst xmlns:a="http://schemas.openxmlformats.org/drawingml/2006/main">
              <a:ext uri="{FF2B5EF4-FFF2-40B4-BE49-F238E27FC236}">
                <a16:creationId xmlns:a16="http://schemas.microsoft.com/office/drawing/2014/main" id="{DE05B15E-60CA-45BF-BE66-F993894A86B4}"/>
              </a:ext>
            </a:extLst>
          </p:cNvPr>
          <p:cNvSpPr>
            <a:spLocks xmlns:a="http://schemas.openxmlformats.org/drawingml/2006/main" noGrp="1"/>
          </p:cNvSpPr>
          <p:nvPr/>
        </p:nvSpPr>
        <p:spPr>
          <a:xfrm xmlns:a="http://schemas.openxmlformats.org/drawingml/2006/main">
            <a:off x="1444752" y="3364991"/>
            <a:ext cx="1234440"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50" b="1" i="0">
                <a:solidFill>
                  <a:srgbClr val="102A43"/>
                </a:solidFill>
                <a:latin typeface="Aptos"/>
                <a:ea typeface="Aptos"/>
                <a:cs typeface="Aptos"/>
              </a:rPr>
              <a:t>Embedding</a:t>
            </a:r>
          </a:p>
        </p:txBody>
      </p:sp>
      <p:sp>
        <p:nvSpPr>
          <p:cNvPr id="24" name="TextBox 23">
            <a:extLst xmlns:a="http://schemas.openxmlformats.org/drawingml/2006/main">
              <a:ext uri="{FF2B5EF4-FFF2-40B4-BE49-F238E27FC236}">
                <a16:creationId xmlns:a16="http://schemas.microsoft.com/office/drawing/2014/main" id="{4D6E66D2-B685-4127-A6CF-0CBD64A0ABD5}"/>
              </a:ext>
            </a:extLst>
          </p:cNvPr>
          <p:cNvSpPr>
            <a:spLocks xmlns:a="http://schemas.openxmlformats.org/drawingml/2006/main" noGrp="1"/>
          </p:cNvSpPr>
          <p:nvPr/>
        </p:nvSpPr>
        <p:spPr>
          <a:xfrm xmlns:a="http://schemas.openxmlformats.org/drawingml/2006/main">
            <a:off x="1444752" y="3611879"/>
            <a:ext cx="2057400" cy="184099"/>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28">
                <a:solidFill>
                  <a:srgbClr val="617586"/>
                </a:solidFill>
                <a:latin typeface="Aptos"/>
                <a:ea typeface="Aptos"/>
                <a:cs typeface="Aptos"/>
              </a:defRPr>
            </a:defPPr>
            <a:lvl1pPr algn="l">
              <a:buNone/>
              <a:defRPr sz="1028">
                <a:solidFill>
                  <a:srgbClr val="617586"/>
                </a:solidFill>
                <a:latin typeface="Aptos"/>
                <a:ea typeface="Aptos"/>
                <a:cs typeface="Aptos"/>
              </a:defRPr>
            </a:lvl1pPr>
            <a:lvl2pPr algn="l">
              <a:buNone/>
              <a:defRPr sz="1028">
                <a:solidFill>
                  <a:srgbClr val="617586"/>
                </a:solidFill>
                <a:latin typeface="Aptos"/>
                <a:ea typeface="Aptos"/>
                <a:cs typeface="Aptos"/>
              </a:defRPr>
            </a:lvl2pPr>
            <a:lvl3pPr algn="l">
              <a:buNone/>
              <a:defRPr sz="1028">
                <a:solidFill>
                  <a:srgbClr val="617586"/>
                </a:solidFill>
                <a:latin typeface="Aptos"/>
                <a:ea typeface="Aptos"/>
                <a:cs typeface="Aptos"/>
              </a:defRPr>
            </a:lvl3pPr>
            <a:lvl4pPr algn="l">
              <a:buNone/>
              <a:defRPr sz="1028">
                <a:solidFill>
                  <a:srgbClr val="617586"/>
                </a:solidFill>
                <a:latin typeface="Aptos"/>
                <a:ea typeface="Aptos"/>
                <a:cs typeface="Aptos"/>
              </a:defRPr>
            </a:lvl4pPr>
            <a:lvl5pPr algn="l">
              <a:buNone/>
              <a:defRPr sz="1028">
                <a:solidFill>
                  <a:srgbClr val="617586"/>
                </a:solidFill>
                <a:latin typeface="Aptos"/>
                <a:ea typeface="Aptos"/>
                <a:cs typeface="Aptos"/>
              </a:defRPr>
            </a:lvl5pPr>
            <a:lvl6pPr algn="l">
              <a:buNone/>
              <a:defRPr sz="1028">
                <a:solidFill>
                  <a:srgbClr val="617586"/>
                </a:solidFill>
                <a:latin typeface="Aptos"/>
                <a:ea typeface="Aptos"/>
                <a:cs typeface="Aptos"/>
              </a:defRPr>
            </a:lvl6pPr>
            <a:lvl7pPr algn="l">
              <a:buNone/>
              <a:defRPr sz="1028">
                <a:solidFill>
                  <a:srgbClr val="617586"/>
                </a:solidFill>
                <a:latin typeface="Aptos"/>
                <a:ea typeface="Aptos"/>
                <a:cs typeface="Aptos"/>
              </a:defRPr>
            </a:lvl7pPr>
            <a:lvl8pPr algn="l">
              <a:buNone/>
              <a:defRPr sz="1028">
                <a:solidFill>
                  <a:srgbClr val="617586"/>
                </a:solidFill>
                <a:latin typeface="Aptos"/>
                <a:ea typeface="Aptos"/>
                <a:cs typeface="Aptos"/>
              </a:defRPr>
            </a:lvl8pPr>
            <a:lvl9pPr algn="l">
              <a:buNone/>
              <a:defRPr sz="1028">
                <a:solidFill>
                  <a:srgbClr val="617586"/>
                </a:solidFill>
                <a:latin typeface="Aptos"/>
                <a:ea typeface="Aptos"/>
                <a:cs typeface="Aptos"/>
              </a:defRPr>
            </a:lvl9pPr>
          </a:lstStyle>
          <a:p xmlns:a="http://schemas.openxmlformats.org/drawingml/2006/main">
            <a:pPr algn="l">
              <a:spcBef>
                <a:spcPts val="0"/>
              </a:spcBef>
              <a:spcAft>
                <a:spcPts val="0"/>
              </a:spcAft>
              <a:buNone/>
              <a:defRPr sz="1028">
                <a:solidFill>
                  <a:srgbClr val="617586"/>
                </a:solidFill>
                <a:latin typeface="Aptos"/>
                <a:ea typeface="Aptos"/>
                <a:cs typeface="Aptos"/>
              </a:defRPr>
            </a:pPr>
            <a:r>
              <a:rPr sz="1028" b="0" i="0">
                <a:solidFill>
                  <a:srgbClr val="617586"/>
                </a:solidFill>
                <a:latin typeface="Aptos"/>
                <a:ea typeface="Aptos"/>
                <a:cs typeface="Aptos"/>
              </a:rPr>
              <a:t>Batch delapan teks di gateway</a:t>
            </a:r>
          </a:p>
        </p:txBody>
      </p:sp>
      <p:sp>
        <p:nvSpPr>
          <p:cNvPr id="25" name="Connector 24">
            <a:extLst xmlns:a="http://schemas.openxmlformats.org/drawingml/2006/main">
              <a:ext uri="{FF2B5EF4-FFF2-40B4-BE49-F238E27FC236}">
                <a16:creationId xmlns:a16="http://schemas.microsoft.com/office/drawing/2014/main" id="{978F3FEA-8A7E-4BDD-9A22-7689C838324F}"/>
              </a:ext>
            </a:extLst>
          </p:cNvPr>
          <p:cNvSpPr>
            <a:spLocks xmlns:a="http://schemas.openxmlformats.org/drawingml/2006/main" noGrp="1"/>
          </p:cNvSpPr>
          <p:nvPr/>
        </p:nvSpPr>
        <p:spPr>
          <a:xfrm xmlns:a="http://schemas.openxmlformats.org/drawingml/2006/main">
            <a:off x="1115568" y="3922776"/>
            <a:ext cx="0" cy="128015"/>
          </a:xfrm>
          <a:prstGeom xmlns:a="http://schemas.openxmlformats.org/drawingml/2006/main" prst="line">
            <a:avLst/>
          </a:prstGeom>
          <a:ln xmlns:a="http://schemas.openxmlformats.org/drawingml/2006/main" w="15240">
            <a:solidFill>
              <a:srgbClr val="0F9D9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6" name="Rounded Rectangle 25">
            <a:extLst xmlns:a="http://schemas.openxmlformats.org/drawingml/2006/main">
              <a:ext uri="{FF2B5EF4-FFF2-40B4-BE49-F238E27FC236}">
                <a16:creationId xmlns:a16="http://schemas.microsoft.com/office/drawing/2014/main" id="{01DC278A-A0DE-4A92-9473-3B9575BD71B3}"/>
              </a:ext>
            </a:extLst>
          </p:cNvPr>
          <p:cNvSpPr>
            <a:spLocks xmlns:a="http://schemas.openxmlformats.org/drawingml/2006/main" noGrp="1"/>
          </p:cNvSpPr>
          <p:nvPr/>
        </p:nvSpPr>
        <p:spPr>
          <a:xfrm xmlns:a="http://schemas.openxmlformats.org/drawingml/2006/main">
            <a:off x="768096" y="4069080"/>
            <a:ext cx="3127248"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Oval 26">
            <a:extLst xmlns:a="http://schemas.openxmlformats.org/drawingml/2006/main">
              <a:ext uri="{FF2B5EF4-FFF2-40B4-BE49-F238E27FC236}">
                <a16:creationId xmlns:a16="http://schemas.microsoft.com/office/drawing/2014/main" id="{F275C326-1638-4E1B-9D27-20FB417C9E61}"/>
              </a:ext>
            </a:extLst>
          </p:cNvPr>
          <p:cNvSpPr>
            <a:spLocks xmlns:a="http://schemas.openxmlformats.org/drawingml/2006/main" noGrp="1"/>
          </p:cNvSpPr>
          <p:nvPr/>
        </p:nvSpPr>
        <p:spPr>
          <a:xfrm xmlns:a="http://schemas.openxmlformats.org/drawingml/2006/main">
            <a:off x="932688" y="4197096"/>
            <a:ext cx="365760" cy="365760"/>
          </a:xfrm>
          <a:prstGeom xmlns:a="http://schemas.openxmlformats.org/drawingml/2006/main" prst="ellipse">
            <a:avLst/>
          </a:prstGeom>
          <a:solidFill xmlns:a="http://schemas.openxmlformats.org/drawingml/2006/main">
            <a:srgbClr val="E5F7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8" name="TextBox 27">
            <a:extLst xmlns:a="http://schemas.openxmlformats.org/drawingml/2006/main">
              <a:ext uri="{FF2B5EF4-FFF2-40B4-BE49-F238E27FC236}">
                <a16:creationId xmlns:a16="http://schemas.microsoft.com/office/drawing/2014/main" id="{22860B13-379E-4B15-91E5-392E28179240}"/>
              </a:ext>
            </a:extLst>
          </p:cNvPr>
          <p:cNvSpPr>
            <a:spLocks xmlns:a="http://schemas.openxmlformats.org/drawingml/2006/main" noGrp="1"/>
          </p:cNvSpPr>
          <p:nvPr/>
        </p:nvSpPr>
        <p:spPr>
          <a:xfrm xmlns:a="http://schemas.openxmlformats.org/drawingml/2006/main">
            <a:off x="932688" y="4197096"/>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4</a:t>
            </a:r>
          </a:p>
        </p:txBody>
      </p:sp>
      <p:sp>
        <p:nvSpPr>
          <p:cNvPr id="29" name="TextBox 28">
            <a:extLst xmlns:a="http://schemas.openxmlformats.org/drawingml/2006/main">
              <a:ext uri="{FF2B5EF4-FFF2-40B4-BE49-F238E27FC236}">
                <a16:creationId xmlns:a16="http://schemas.microsoft.com/office/drawing/2014/main" id="{5CBA70F3-B4B3-4D95-BC44-2C92054A5517}"/>
              </a:ext>
            </a:extLst>
          </p:cNvPr>
          <p:cNvSpPr>
            <a:spLocks xmlns:a="http://schemas.openxmlformats.org/drawingml/2006/main" noGrp="1"/>
          </p:cNvSpPr>
          <p:nvPr/>
        </p:nvSpPr>
        <p:spPr>
          <a:xfrm xmlns:a="http://schemas.openxmlformats.org/drawingml/2006/main">
            <a:off x="1444752" y="4133088"/>
            <a:ext cx="1234440"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50" b="1" i="0">
                <a:solidFill>
                  <a:srgbClr val="102A43"/>
                </a:solidFill>
                <a:latin typeface="Aptos"/>
                <a:ea typeface="Aptos"/>
                <a:cs typeface="Aptos"/>
              </a:rPr>
              <a:t>Siap</a:t>
            </a:r>
          </a:p>
        </p:txBody>
      </p:sp>
      <p:sp>
        <p:nvSpPr>
          <p:cNvPr id="30" name="TextBox 29">
            <a:extLst xmlns:a="http://schemas.openxmlformats.org/drawingml/2006/main">
              <a:ext uri="{FF2B5EF4-FFF2-40B4-BE49-F238E27FC236}">
                <a16:creationId xmlns:a16="http://schemas.microsoft.com/office/drawing/2014/main" id="{536589B1-2175-42ED-85A3-09DAE1AEFDBA}"/>
              </a:ext>
            </a:extLst>
          </p:cNvPr>
          <p:cNvSpPr>
            <a:spLocks xmlns:a="http://schemas.openxmlformats.org/drawingml/2006/main" noGrp="1"/>
          </p:cNvSpPr>
          <p:nvPr/>
        </p:nvSpPr>
        <p:spPr>
          <a:xfrm xmlns:a="http://schemas.openxmlformats.org/drawingml/2006/main">
            <a:off x="1444752" y="4379976"/>
            <a:ext cx="205740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Indeks untuk agen dan RAG</a:t>
            </a:r>
          </a:p>
        </p:txBody>
      </p:sp>
      <p:sp>
        <p:nvSpPr>
          <p:cNvPr id="31" name="Rounded Rectangle 30">
            <a:extLst xmlns:a="http://schemas.openxmlformats.org/drawingml/2006/main">
              <a:ext uri="{FF2B5EF4-FFF2-40B4-BE49-F238E27FC236}">
                <a16:creationId xmlns:a16="http://schemas.microsoft.com/office/drawing/2014/main" id="{1D5646EB-A91E-4462-A596-8D09A438299D}"/>
              </a:ext>
            </a:extLst>
          </p:cNvPr>
          <p:cNvSpPr>
            <a:spLocks xmlns:a="http://schemas.openxmlformats.org/drawingml/2006/main" noGrp="1"/>
          </p:cNvSpPr>
          <p:nvPr/>
        </p:nvSpPr>
        <p:spPr>
          <a:xfrm xmlns:a="http://schemas.openxmlformats.org/drawingml/2006/main">
            <a:off x="4160520" y="1417320"/>
            <a:ext cx="7315200" cy="3639312"/>
          </a:xfrm>
          <a:prstGeom xmlns:a="http://schemas.openxmlformats.org/drawingml/2006/main" prst="roundRect">
            <a:avLst>
              <a:gd name="adj" fmla="val 523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32" name="Picture 31">
            <a:extLst xmlns:a="http://schemas.openxmlformats.org/drawingml/2006/main">
              <a:ext uri="{FF2B5EF4-FFF2-40B4-BE49-F238E27FC236}">
                <a16:creationId xmlns:a16="http://schemas.microsoft.com/office/drawing/2014/main" id="{D6509FB5-227D-4A19-AF74-3BF919619DAC}"/>
              </a:ext>
            </a:extLst>
          </p:cNvPr>
          <p:cNvPicPr>
            <a:picLocks xmlns:a="http://schemas.openxmlformats.org/drawingml/2006/main" noChangeAspect="1"/>
          </p:cNvPicPr>
          <p:nvPr/>
        </p:nvPicPr>
        <p:blipFill>
          <a:blip xmlns:r="http://schemas.openxmlformats.org/officeDocument/2006/relationships" xmlns:a="http://schemas.openxmlformats.org/drawingml/2006/main" r:embed="R9220d529412447a5"/>
          <a:stretch xmlns:a="http://schemas.openxmlformats.org/drawingml/2006/main">
            <a:fillRect l="0" t="0" r="0" b="0"/>
          </a:stretch>
        </p:blipFill>
        <p:spPr>
          <a:xfrm xmlns:a="http://schemas.openxmlformats.org/drawingml/2006/main">
            <a:off x="4683251" y="1527048"/>
            <a:ext cx="6269736" cy="3419856"/>
          </a:xfrm>
          <a:prstGeom xmlns:a="http://schemas.openxmlformats.org/drawingml/2006/main" prst="rect">
            <a:avLst/>
          </a:prstGeom>
        </p:spPr>
      </p:pic>
      <p:sp>
        <p:nvSpPr>
          <p:cNvPr id="33" name="Rounded Rectangle 32">
            <a:extLst xmlns:a="http://schemas.openxmlformats.org/drawingml/2006/main">
              <a:ext uri="{FF2B5EF4-FFF2-40B4-BE49-F238E27FC236}">
                <a16:creationId xmlns:a16="http://schemas.microsoft.com/office/drawing/2014/main" id="{6F0B0068-D6D1-466F-B36D-452B271CC554}"/>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4" name="Rectangle 33">
            <a:extLst xmlns:a="http://schemas.openxmlformats.org/drawingml/2006/main">
              <a:ext uri="{FF2B5EF4-FFF2-40B4-BE49-F238E27FC236}">
                <a16:creationId xmlns:a16="http://schemas.microsoft.com/office/drawing/2014/main" id="{36B37F9D-6EEA-4D7D-82DD-419B2AB58F07}"/>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3F948E03-31FF-4A14-8A2E-9C31EB20A097}"/>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Aplikasi menjaga nomor halaman dan overlap 200 karakter. Worker menyimpan chunk di PostgreSQL lalu mengindeks embedding ke Qdrant.</a:t>
            </a:r>
          </a:p>
        </p:txBody>
      </p:sp>
      <p:sp>
        <p:nvSpPr>
          <p:cNvPr id="36" name="TextBox 35">
            <a:extLst xmlns:a="http://schemas.openxmlformats.org/drawingml/2006/main">
              <a:ext uri="{FF2B5EF4-FFF2-40B4-BE49-F238E27FC236}">
                <a16:creationId xmlns:a16="http://schemas.microsoft.com/office/drawing/2014/main" id="{449D5D48-BC34-4DE4-B3B3-26AE963ACD58}"/>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Arsip koleksi uji fiktif, 12 Oktober 2026. PDF pindai memerlukan OCR di luar aplikasi. Hash membantu mencegah duplikasi.</a:t>
            </a:r>
          </a:p>
        </p:txBody>
      </p:sp>
      <p:sp>
        <p:nvSpPr>
          <p:cNvPr id="37" name="Connector 36">
            <a:extLst xmlns:a="http://schemas.openxmlformats.org/drawingml/2006/main">
              <a:ext uri="{FF2B5EF4-FFF2-40B4-BE49-F238E27FC236}">
                <a16:creationId xmlns:a16="http://schemas.microsoft.com/office/drawing/2014/main" id="{92DBD048-EFC2-48DC-803F-5D2B9FFB56D9}"/>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8" name="TextBox 37">
            <a:extLst xmlns:a="http://schemas.openxmlformats.org/drawingml/2006/main">
              <a:ext uri="{FF2B5EF4-FFF2-40B4-BE49-F238E27FC236}">
                <a16:creationId xmlns:a16="http://schemas.microsoft.com/office/drawing/2014/main" id="{59821DB9-B14C-4E37-BB60-97312DBB1C29}"/>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39" name="TextBox 38">
            <a:extLst xmlns:a="http://schemas.openxmlformats.org/drawingml/2006/main">
              <a:ext uri="{FF2B5EF4-FFF2-40B4-BE49-F238E27FC236}">
                <a16:creationId xmlns:a16="http://schemas.microsoft.com/office/drawing/2014/main" id="{7F553E3E-9529-4882-B300-EAC7DD3FE440}"/>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05 / 15</a:t>
            </a:r>
          </a:p>
        </p:txBody>
      </p:sp>
    </p:spTree>
    <p:extLst>
      <p:ext uri="{BB962C8B-B14F-4D97-AF65-F5344CB8AC3E}">
        <p14:creationId xmlns:p14="http://schemas.microsoft.com/office/powerpoint/2010/main" val="875144871"/>
      </p:ext>
    </p:extLst>
  </p:cSld>
</p:sld>
</file>

<file path=ppt/slides/slide6.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8167AD-20F9-4148-BDD4-BB6C1C08E171}"/>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D880C3EC-8FE8-4C9C-8050-F3B6F9C6D55D}"/>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ORKESTRASI AI</a:t>
            </a:r>
          </a:p>
        </p:txBody>
      </p:sp>
      <p:sp>
        <p:nvSpPr>
          <p:cNvPr id="4" name="TextBox 3">
            <a:extLst xmlns:a="http://schemas.openxmlformats.org/drawingml/2006/main">
              <a:ext uri="{FF2B5EF4-FFF2-40B4-BE49-F238E27FC236}">
                <a16:creationId xmlns:a16="http://schemas.microsoft.com/office/drawing/2014/main" id="{DA227DA5-B9E8-41AA-B265-4138DF55601B}"/>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Enam agen dalam satu alur</a:t>
            </a:r>
          </a:p>
        </p:txBody>
      </p:sp>
      <p:sp>
        <p:nvSpPr>
          <p:cNvPr id="5" name="Rectangle 4">
            <a:extLst xmlns:a="http://schemas.openxmlformats.org/drawingml/2006/main">
              <a:ext uri="{FF2B5EF4-FFF2-40B4-BE49-F238E27FC236}">
                <a16:creationId xmlns:a16="http://schemas.microsoft.com/office/drawing/2014/main" id="{B11B8486-81C4-4BA1-8C4A-D20B06051490}"/>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193A576C-37C2-4B1D-AEE4-1FFA58B57B93}"/>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929E458A-CA6A-41E8-824F-06306F607179}"/>
              </a:ext>
            </a:extLst>
          </p:cNvPr>
          <p:cNvSpPr>
            <a:spLocks xmlns:a="http://schemas.openxmlformats.org/drawingml/2006/main" noGrp="1"/>
          </p:cNvSpPr>
          <p:nvPr/>
        </p:nvSpPr>
        <p:spPr>
          <a:xfrm xmlns:a="http://schemas.openxmlformats.org/drawingml/2006/main">
            <a:off x="713232" y="1444752"/>
            <a:ext cx="6903720" cy="3675887"/>
          </a:xfrm>
          <a:prstGeom xmlns:a="http://schemas.openxmlformats.org/drawingml/2006/main" prst="roundRect">
            <a:avLst>
              <a:gd name="adj" fmla="val 51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 name="Picture 7">
            <a:extLst xmlns:a="http://schemas.openxmlformats.org/drawingml/2006/main">
              <a:ext uri="{FF2B5EF4-FFF2-40B4-BE49-F238E27FC236}">
                <a16:creationId xmlns:a16="http://schemas.microsoft.com/office/drawing/2014/main" id="{645B6097-DDF9-49A7-A452-89CE87A97231}"/>
              </a:ext>
            </a:extLst>
          </p:cNvPr>
          <p:cNvPicPr>
            <a:picLocks xmlns:a="http://schemas.openxmlformats.org/drawingml/2006/main" noChangeAspect="1"/>
          </p:cNvPicPr>
          <p:nvPr/>
        </p:nvPicPr>
        <p:blipFill>
          <a:blip xmlns:r="http://schemas.openxmlformats.org/officeDocument/2006/relationships" xmlns:a="http://schemas.openxmlformats.org/drawingml/2006/main" r:embed="R68c53fbda5824f4a"/>
          <a:stretch xmlns:a="http://schemas.openxmlformats.org/drawingml/2006/main">
            <a:fillRect l="0" t="0" r="0" b="0"/>
          </a:stretch>
        </p:blipFill>
        <p:spPr>
          <a:xfrm xmlns:a="http://schemas.openxmlformats.org/drawingml/2006/main">
            <a:off x="1061845" y="1536192"/>
            <a:ext cx="6206492" cy="3493007"/>
          </a:xfrm>
          <a:prstGeom xmlns:a="http://schemas.openxmlformats.org/drawingml/2006/main" prst="rect">
            <a:avLst/>
          </a:prstGeom>
        </p:spPr>
      </p:pic>
      <p:sp>
        <p:nvSpPr>
          <p:cNvPr id="9" name="Rounded Rectangle 8">
            <a:extLst xmlns:a="http://schemas.openxmlformats.org/drawingml/2006/main">
              <a:ext uri="{FF2B5EF4-FFF2-40B4-BE49-F238E27FC236}">
                <a16:creationId xmlns:a16="http://schemas.microsoft.com/office/drawing/2014/main" id="{FC5FE52F-404B-4D09-B2AF-8E92CF0FBCFF}"/>
              </a:ext>
            </a:extLst>
          </p:cNvPr>
          <p:cNvSpPr>
            <a:spLocks xmlns:a="http://schemas.openxmlformats.org/drawingml/2006/main" noGrp="1"/>
          </p:cNvSpPr>
          <p:nvPr/>
        </p:nvSpPr>
        <p:spPr>
          <a:xfrm xmlns:a="http://schemas.openxmlformats.org/drawingml/2006/main">
            <a:off x="7845552" y="1444752"/>
            <a:ext cx="3639312" cy="3675887"/>
          </a:xfrm>
          <a:prstGeom xmlns:a="http://schemas.openxmlformats.org/drawingml/2006/main" prst="roundRect">
            <a:avLst>
              <a:gd name="adj" fmla="val 523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C38EA337-2A91-4352-B6A5-78F9B30E03AF}"/>
              </a:ext>
            </a:extLst>
          </p:cNvPr>
          <p:cNvSpPr>
            <a:spLocks xmlns:a="http://schemas.openxmlformats.org/drawingml/2006/main" noGrp="1"/>
          </p:cNvSpPr>
          <p:nvPr/>
        </p:nvSpPr>
        <p:spPr>
          <a:xfrm xmlns:a="http://schemas.openxmlformats.org/drawingml/2006/main">
            <a:off x="8101583" y="1664208"/>
            <a:ext cx="3108960" cy="19202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80" b="1">
                <a:solidFill>
                  <a:srgbClr val="08776F"/>
                </a:solidFill>
                <a:latin typeface="Aptos"/>
                <a:ea typeface="Aptos"/>
                <a:cs typeface="Aptos"/>
              </a:defRPr>
            </a:defPPr>
            <a:lvl1pPr algn="l">
              <a:buNone/>
              <a:defRPr sz="1080" b="1">
                <a:solidFill>
                  <a:srgbClr val="08776F"/>
                </a:solidFill>
                <a:latin typeface="Aptos"/>
                <a:ea typeface="Aptos"/>
                <a:cs typeface="Aptos"/>
              </a:defRPr>
            </a:lvl1pPr>
            <a:lvl2pPr algn="l">
              <a:buNone/>
              <a:defRPr sz="1080" b="1">
                <a:solidFill>
                  <a:srgbClr val="08776F"/>
                </a:solidFill>
                <a:latin typeface="Aptos"/>
                <a:ea typeface="Aptos"/>
                <a:cs typeface="Aptos"/>
              </a:defRPr>
            </a:lvl2pPr>
            <a:lvl3pPr algn="l">
              <a:buNone/>
              <a:defRPr sz="1080" b="1">
                <a:solidFill>
                  <a:srgbClr val="08776F"/>
                </a:solidFill>
                <a:latin typeface="Aptos"/>
                <a:ea typeface="Aptos"/>
                <a:cs typeface="Aptos"/>
              </a:defRPr>
            </a:lvl3pPr>
            <a:lvl4pPr algn="l">
              <a:buNone/>
              <a:defRPr sz="1080" b="1">
                <a:solidFill>
                  <a:srgbClr val="08776F"/>
                </a:solidFill>
                <a:latin typeface="Aptos"/>
                <a:ea typeface="Aptos"/>
                <a:cs typeface="Aptos"/>
              </a:defRPr>
            </a:lvl4pPr>
            <a:lvl5pPr algn="l">
              <a:buNone/>
              <a:defRPr sz="1080" b="1">
                <a:solidFill>
                  <a:srgbClr val="08776F"/>
                </a:solidFill>
                <a:latin typeface="Aptos"/>
                <a:ea typeface="Aptos"/>
                <a:cs typeface="Aptos"/>
              </a:defRPr>
            </a:lvl5pPr>
            <a:lvl6pPr algn="l">
              <a:buNone/>
              <a:defRPr sz="1080" b="1">
                <a:solidFill>
                  <a:srgbClr val="08776F"/>
                </a:solidFill>
                <a:latin typeface="Aptos"/>
                <a:ea typeface="Aptos"/>
                <a:cs typeface="Aptos"/>
              </a:defRPr>
            </a:lvl6pPr>
            <a:lvl7pPr algn="l">
              <a:buNone/>
              <a:defRPr sz="1080" b="1">
                <a:solidFill>
                  <a:srgbClr val="08776F"/>
                </a:solidFill>
                <a:latin typeface="Aptos"/>
                <a:ea typeface="Aptos"/>
                <a:cs typeface="Aptos"/>
              </a:defRPr>
            </a:lvl7pPr>
            <a:lvl8pPr algn="l">
              <a:buNone/>
              <a:defRPr sz="1080" b="1">
                <a:solidFill>
                  <a:srgbClr val="08776F"/>
                </a:solidFill>
                <a:latin typeface="Aptos"/>
                <a:ea typeface="Aptos"/>
                <a:cs typeface="Aptos"/>
              </a:defRPr>
            </a:lvl8pPr>
            <a:lvl9pPr algn="l">
              <a:buNone/>
              <a:defRPr sz="1080" b="1">
                <a:solidFill>
                  <a:srgbClr val="08776F"/>
                </a:solidFill>
                <a:latin typeface="Aptos"/>
                <a:ea typeface="Aptos"/>
                <a:cs typeface="Aptos"/>
              </a:defRPr>
            </a:lvl9pPr>
          </a:lstStyle>
          <a:p xmlns:a="http://schemas.openxmlformats.org/drawingml/2006/main">
            <a:pPr algn="l">
              <a:spcBef>
                <a:spcPts val="0"/>
              </a:spcBef>
              <a:spcAft>
                <a:spcPts val="0"/>
              </a:spcAft>
              <a:buNone/>
              <a:defRPr sz="1080" b="1">
                <a:solidFill>
                  <a:srgbClr val="08776F"/>
                </a:solidFill>
                <a:latin typeface="Aptos"/>
                <a:ea typeface="Aptos"/>
                <a:cs typeface="Aptos"/>
              </a:defRPr>
            </a:pPr>
            <a:r>
              <a:rPr sz="1080" b="1" i="0" spc="45">
                <a:solidFill>
                  <a:srgbClr val="08776F"/>
                </a:solidFill>
                <a:latin typeface="Aptos"/>
                <a:ea typeface="Aptos"/>
                <a:cs typeface="Aptos"/>
              </a:rPr>
              <a:t>MONITOR PROSES</a:t>
            </a:r>
          </a:p>
        </p:txBody>
      </p:sp>
      <p:pic>
        <p:nvPicPr>
          <p:cNvPr id="11" name="Picture 10">
            <a:extLst xmlns:a="http://schemas.openxmlformats.org/drawingml/2006/main">
              <a:ext uri="{FF2B5EF4-FFF2-40B4-BE49-F238E27FC236}">
                <a16:creationId xmlns:a16="http://schemas.microsoft.com/office/drawing/2014/main" id="{70E7DF84-70BB-4B72-BC3C-61793E86EF5F}"/>
              </a:ext>
            </a:extLst>
          </p:cNvPr>
          <p:cNvPicPr>
            <a:picLocks xmlns:a="http://schemas.openxmlformats.org/drawingml/2006/main" noChangeAspect="1"/>
          </p:cNvPicPr>
          <p:nvPr/>
        </p:nvPicPr>
        <p:blipFill>
          <a:blip xmlns:r="http://schemas.openxmlformats.org/officeDocument/2006/relationships" xmlns:a="http://schemas.openxmlformats.org/drawingml/2006/main" r:embed="R8796f280ef144f89"/>
          <a:stretch xmlns:a="http://schemas.openxmlformats.org/drawingml/2006/main">
            <a:fillRect l="0" t="0" r="0" b="0"/>
          </a:stretch>
        </p:blipFill>
        <p:spPr>
          <a:xfrm xmlns:a="http://schemas.openxmlformats.org/drawingml/2006/main">
            <a:off x="8074152" y="2065824"/>
            <a:ext cx="3163824" cy="1245023"/>
          </a:xfrm>
          <a:prstGeom xmlns:a="http://schemas.openxmlformats.org/drawingml/2006/main" prst="rect">
            <a:avLst/>
          </a:prstGeom>
        </p:spPr>
      </p:pic>
      <p:sp>
        <p:nvSpPr>
          <p:cNvPr id="12" name="Connector 11">
            <a:extLst xmlns:a="http://schemas.openxmlformats.org/drawingml/2006/main">
              <a:ext uri="{FF2B5EF4-FFF2-40B4-BE49-F238E27FC236}">
                <a16:creationId xmlns:a16="http://schemas.microsoft.com/office/drawing/2014/main" id="{C5E58F7D-6D6A-4B75-8384-B6AEB5D43680}"/>
              </a:ext>
            </a:extLst>
          </p:cNvPr>
          <p:cNvSpPr>
            <a:spLocks xmlns:a="http://schemas.openxmlformats.org/drawingml/2006/main" noGrp="1"/>
          </p:cNvSpPr>
          <p:nvPr/>
        </p:nvSpPr>
        <p:spPr>
          <a:xfrm xmlns:a="http://schemas.openxmlformats.org/drawingml/2006/main">
            <a:off x="8101583" y="3547872"/>
            <a:ext cx="3127249" cy="0"/>
          </a:xfrm>
          <a:prstGeom xmlns:a="http://schemas.openxmlformats.org/drawingml/2006/main" prst="line">
            <a:avLst/>
          </a:prstGeom>
          <a:ln xmlns:a="http://schemas.openxmlformats.org/drawingml/2006/main" w="1016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TextBox 12">
            <a:extLst xmlns:a="http://schemas.openxmlformats.org/drawingml/2006/main">
              <a:ext uri="{FF2B5EF4-FFF2-40B4-BE49-F238E27FC236}">
                <a16:creationId xmlns:a16="http://schemas.microsoft.com/office/drawing/2014/main" id="{58FFB5DE-CDDB-4F3A-A5F4-7C647EAFFCDB}"/>
              </a:ext>
            </a:extLst>
          </p:cNvPr>
          <p:cNvSpPr>
            <a:spLocks xmlns:a="http://schemas.openxmlformats.org/drawingml/2006/main" noGrp="1"/>
          </p:cNvSpPr>
          <p:nvPr/>
        </p:nvSpPr>
        <p:spPr>
          <a:xfrm xmlns:a="http://schemas.openxmlformats.org/drawingml/2006/main">
            <a:off x="8101583" y="3712463"/>
            <a:ext cx="3063240" cy="2674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575" b="1">
                <a:solidFill>
                  <a:srgbClr val="102A43"/>
                </a:solidFill>
                <a:latin typeface="Aptos"/>
                <a:ea typeface="Aptos"/>
                <a:cs typeface="Aptos"/>
              </a:defRPr>
            </a:defPPr>
            <a:lvl1pPr algn="l">
              <a:buNone/>
              <a:defRPr sz="1575" b="1">
                <a:solidFill>
                  <a:srgbClr val="102A43"/>
                </a:solidFill>
                <a:latin typeface="Aptos"/>
                <a:ea typeface="Aptos"/>
                <a:cs typeface="Aptos"/>
              </a:defRPr>
            </a:lvl1pPr>
            <a:lvl2pPr algn="l">
              <a:buNone/>
              <a:defRPr sz="1575" b="1">
                <a:solidFill>
                  <a:srgbClr val="102A43"/>
                </a:solidFill>
                <a:latin typeface="Aptos"/>
                <a:ea typeface="Aptos"/>
                <a:cs typeface="Aptos"/>
              </a:defRPr>
            </a:lvl2pPr>
            <a:lvl3pPr algn="l">
              <a:buNone/>
              <a:defRPr sz="1575" b="1">
                <a:solidFill>
                  <a:srgbClr val="102A43"/>
                </a:solidFill>
                <a:latin typeface="Aptos"/>
                <a:ea typeface="Aptos"/>
                <a:cs typeface="Aptos"/>
              </a:defRPr>
            </a:lvl3pPr>
            <a:lvl4pPr algn="l">
              <a:buNone/>
              <a:defRPr sz="1575" b="1">
                <a:solidFill>
                  <a:srgbClr val="102A43"/>
                </a:solidFill>
                <a:latin typeface="Aptos"/>
                <a:ea typeface="Aptos"/>
                <a:cs typeface="Aptos"/>
              </a:defRPr>
            </a:lvl4pPr>
            <a:lvl5pPr algn="l">
              <a:buNone/>
              <a:defRPr sz="1575" b="1">
                <a:solidFill>
                  <a:srgbClr val="102A43"/>
                </a:solidFill>
                <a:latin typeface="Aptos"/>
                <a:ea typeface="Aptos"/>
                <a:cs typeface="Aptos"/>
              </a:defRPr>
            </a:lvl5pPr>
            <a:lvl6pPr algn="l">
              <a:buNone/>
              <a:defRPr sz="1575" b="1">
                <a:solidFill>
                  <a:srgbClr val="102A43"/>
                </a:solidFill>
                <a:latin typeface="Aptos"/>
                <a:ea typeface="Aptos"/>
                <a:cs typeface="Aptos"/>
              </a:defRPr>
            </a:lvl6pPr>
            <a:lvl7pPr algn="l">
              <a:buNone/>
              <a:defRPr sz="1575" b="1">
                <a:solidFill>
                  <a:srgbClr val="102A43"/>
                </a:solidFill>
                <a:latin typeface="Aptos"/>
                <a:ea typeface="Aptos"/>
                <a:cs typeface="Aptos"/>
              </a:defRPr>
            </a:lvl7pPr>
            <a:lvl8pPr algn="l">
              <a:buNone/>
              <a:defRPr sz="1575" b="1">
                <a:solidFill>
                  <a:srgbClr val="102A43"/>
                </a:solidFill>
                <a:latin typeface="Aptos"/>
                <a:ea typeface="Aptos"/>
                <a:cs typeface="Aptos"/>
              </a:defRPr>
            </a:lvl8pPr>
            <a:lvl9pPr algn="l">
              <a:buNone/>
              <a:defRPr sz="1575" b="1">
                <a:solidFill>
                  <a:srgbClr val="102A43"/>
                </a:solidFill>
                <a:latin typeface="Aptos"/>
                <a:ea typeface="Aptos"/>
                <a:cs typeface="Aptos"/>
              </a:defRPr>
            </a:lvl9pPr>
          </a:lstStyle>
          <a:p xmlns:a="http://schemas.openxmlformats.org/drawingml/2006/main">
            <a:pPr algn="l">
              <a:spcBef>
                <a:spcPts val="0"/>
              </a:spcBef>
              <a:spcAft>
                <a:spcPts val="0"/>
              </a:spcAft>
              <a:buNone/>
              <a:defRPr sz="1575" b="1">
                <a:solidFill>
                  <a:srgbClr val="102A43"/>
                </a:solidFill>
                <a:latin typeface="Aptos"/>
                <a:ea typeface="Aptos"/>
                <a:cs typeface="Aptos"/>
              </a:defRPr>
            </a:pPr>
            <a:r>
              <a:rPr sz="1575" b="1" i="0">
                <a:solidFill>
                  <a:srgbClr val="102A43"/>
                </a:solidFill>
                <a:latin typeface="Aptos"/>
                <a:ea typeface="Aptos"/>
                <a:cs typeface="Aptos"/>
              </a:rPr>
              <a:t>Proses dapat ditelusuri</a:t>
            </a:r>
          </a:p>
        </p:txBody>
      </p:sp>
      <p:sp>
        <p:nvSpPr>
          <p:cNvPr id="14" name="TextBox 13">
            <a:extLst xmlns:a="http://schemas.openxmlformats.org/drawingml/2006/main">
              <a:ext uri="{FF2B5EF4-FFF2-40B4-BE49-F238E27FC236}">
                <a16:creationId xmlns:a16="http://schemas.microsoft.com/office/drawing/2014/main" id="{F14FDDAD-AC38-4DA2-8A09-76F3924BA2A2}"/>
              </a:ext>
            </a:extLst>
          </p:cNvPr>
          <p:cNvSpPr>
            <a:spLocks xmlns:a="http://schemas.openxmlformats.org/drawingml/2006/main" noGrp="1"/>
          </p:cNvSpPr>
          <p:nvPr/>
        </p:nvSpPr>
        <p:spPr>
          <a:xfrm xmlns:a="http://schemas.openxmlformats.org/drawingml/2006/main">
            <a:off x="8101584" y="4095750"/>
            <a:ext cx="3063240" cy="57607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200">
                <a:solidFill>
                  <a:srgbClr val="617586"/>
                </a:solidFill>
                <a:latin typeface="Aptos"/>
                <a:ea typeface="Aptos"/>
                <a:cs typeface="Aptos"/>
              </a:defRPr>
            </a:defPPr>
            <a:lvl1pPr algn="l">
              <a:buNone/>
              <a:defRPr sz="1200">
                <a:solidFill>
                  <a:srgbClr val="617586"/>
                </a:solidFill>
                <a:latin typeface="Aptos"/>
                <a:ea typeface="Aptos"/>
                <a:cs typeface="Aptos"/>
              </a:defRPr>
            </a:lvl1pPr>
            <a:lvl2pPr algn="l">
              <a:buNone/>
              <a:defRPr sz="1200">
                <a:solidFill>
                  <a:srgbClr val="617586"/>
                </a:solidFill>
                <a:latin typeface="Aptos"/>
                <a:ea typeface="Aptos"/>
                <a:cs typeface="Aptos"/>
              </a:defRPr>
            </a:lvl2pPr>
            <a:lvl3pPr algn="l">
              <a:buNone/>
              <a:defRPr sz="1200">
                <a:solidFill>
                  <a:srgbClr val="617586"/>
                </a:solidFill>
                <a:latin typeface="Aptos"/>
                <a:ea typeface="Aptos"/>
                <a:cs typeface="Aptos"/>
              </a:defRPr>
            </a:lvl3pPr>
            <a:lvl4pPr algn="l">
              <a:buNone/>
              <a:defRPr sz="1200">
                <a:solidFill>
                  <a:srgbClr val="617586"/>
                </a:solidFill>
                <a:latin typeface="Aptos"/>
                <a:ea typeface="Aptos"/>
                <a:cs typeface="Aptos"/>
              </a:defRPr>
            </a:lvl4pPr>
            <a:lvl5pPr algn="l">
              <a:buNone/>
              <a:defRPr sz="1200">
                <a:solidFill>
                  <a:srgbClr val="617586"/>
                </a:solidFill>
                <a:latin typeface="Aptos"/>
                <a:ea typeface="Aptos"/>
                <a:cs typeface="Aptos"/>
              </a:defRPr>
            </a:lvl5pPr>
            <a:lvl6pPr algn="l">
              <a:buNone/>
              <a:defRPr sz="1200">
                <a:solidFill>
                  <a:srgbClr val="617586"/>
                </a:solidFill>
                <a:latin typeface="Aptos"/>
                <a:ea typeface="Aptos"/>
                <a:cs typeface="Aptos"/>
              </a:defRPr>
            </a:lvl6pPr>
            <a:lvl7pPr algn="l">
              <a:buNone/>
              <a:defRPr sz="1200">
                <a:solidFill>
                  <a:srgbClr val="617586"/>
                </a:solidFill>
                <a:latin typeface="Aptos"/>
                <a:ea typeface="Aptos"/>
                <a:cs typeface="Aptos"/>
              </a:defRPr>
            </a:lvl7pPr>
            <a:lvl8pPr algn="l">
              <a:buNone/>
              <a:defRPr sz="1200">
                <a:solidFill>
                  <a:srgbClr val="617586"/>
                </a:solidFill>
                <a:latin typeface="Aptos"/>
                <a:ea typeface="Aptos"/>
                <a:cs typeface="Aptos"/>
              </a:defRPr>
            </a:lvl8pPr>
            <a:lvl9pPr algn="l">
              <a:buNone/>
              <a:defRPr sz="1200">
                <a:solidFill>
                  <a:srgbClr val="617586"/>
                </a:solidFill>
                <a:latin typeface="Aptos"/>
                <a:ea typeface="Aptos"/>
                <a:cs typeface="Aptos"/>
              </a:defRPr>
            </a:lvl9pPr>
          </a:lstStyle>
          <a:p xmlns:a="http://schemas.openxmlformats.org/drawingml/2006/main">
            <a:pPr algn="l">
              <a:spcBef>
                <a:spcPts val="0"/>
              </a:spcBef>
              <a:spcAft>
                <a:spcPts val="0"/>
              </a:spcAft>
              <a:buNone/>
              <a:defRPr sz="1200">
                <a:solidFill>
                  <a:srgbClr val="617586"/>
                </a:solidFill>
                <a:latin typeface="Aptos"/>
                <a:ea typeface="Aptos"/>
                <a:cs typeface="Aptos"/>
              </a:defRPr>
            </a:pPr>
            <a:r>
              <a:rPr sz="1200" b="0" i="0">
                <a:solidFill>
                  <a:srgbClr val="617586"/>
                </a:solidFill>
                <a:latin typeface="Aptos"/>
                <a:ea typeface="Aptos"/>
                <a:cs typeface="Aptos"/>
              </a:rPr>
              <a:t>Status dan durasi tiap agen</a:t>
            </a:r>
          </a:p>
          <a:p xmlns:a="http://schemas.openxmlformats.org/drawingml/2006/main">
            <a:pPr algn="l">
              <a:spcBef>
                <a:spcPts val="0"/>
              </a:spcBef>
              <a:spcAft>
                <a:spcPts val="0"/>
              </a:spcAft>
              <a:buNone/>
              <a:defRPr sz="1200">
                <a:solidFill>
                  <a:srgbClr val="617586"/>
                </a:solidFill>
                <a:latin typeface="Aptos"/>
                <a:ea typeface="Aptos"/>
                <a:cs typeface="Aptos"/>
              </a:defRPr>
            </a:pPr>
            <a:r>
              <a:rPr sz="1200" b="0" i="0">
                <a:solidFill>
                  <a:srgbClr val="617586"/>
                </a:solidFill>
                <a:latin typeface="Aptos"/>
                <a:ea typeface="Aptos"/>
                <a:cs typeface="Aptos"/>
              </a:rPr>
              <a:t>Log alat serta kegagalan</a:t>
            </a:r>
          </a:p>
          <a:p xmlns:a="http://schemas.openxmlformats.org/drawingml/2006/main">
            <a:pPr algn="l">
              <a:spcBef>
                <a:spcPts val="0"/>
              </a:spcBef>
              <a:spcAft>
                <a:spcPts val="0"/>
              </a:spcAft>
              <a:buNone/>
              <a:defRPr sz="1200">
                <a:solidFill>
                  <a:srgbClr val="617586"/>
                </a:solidFill>
                <a:latin typeface="Aptos"/>
                <a:ea typeface="Aptos"/>
                <a:cs typeface="Aptos"/>
              </a:defRPr>
            </a:pPr>
            <a:r>
              <a:rPr sz="1200" b="0" i="0">
                <a:solidFill>
                  <a:srgbClr val="617586"/>
                </a:solidFill>
                <a:latin typeface="Aptos"/>
                <a:ea typeface="Aptos"/>
                <a:cs typeface="Aptos"/>
              </a:rPr>
              <a:t>Retry memakai tahap tersimpan</a:t>
            </a:r>
          </a:p>
        </p:txBody>
      </p:sp>
      <p:sp>
        <p:nvSpPr>
          <p:cNvPr id="15" name="Rounded Rectangle 14">
            <a:extLst xmlns:a="http://schemas.openxmlformats.org/drawingml/2006/main">
              <a:ext uri="{FF2B5EF4-FFF2-40B4-BE49-F238E27FC236}">
                <a16:creationId xmlns:a16="http://schemas.microsoft.com/office/drawing/2014/main" id="{B84F4068-D652-47FE-AA91-1170710E4710}"/>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Rectangle 15">
            <a:extLst xmlns:a="http://schemas.openxmlformats.org/drawingml/2006/main">
              <a:ext uri="{FF2B5EF4-FFF2-40B4-BE49-F238E27FC236}">
                <a16:creationId xmlns:a16="http://schemas.microsoft.com/office/drawing/2014/main" id="{713621B4-ECA7-4686-8EE2-7C93940E2752}"/>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72160E82-A9B6-4FC3-BABE-0D1692397EA9}"/>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Planner dan Discovery menyiapkan sumber. Analysis, Synthesis, ResearchGap, dan Verification menghasilkan telaah yang tetap memerlukan penilaian pengguna.</a:t>
            </a:r>
          </a:p>
        </p:txBody>
      </p:sp>
      <p:sp>
        <p:nvSpPr>
          <p:cNvPr id="18" name="TextBox 17">
            <a:extLst xmlns:a="http://schemas.openxmlformats.org/drawingml/2006/main">
              <a:ext uri="{FF2B5EF4-FFF2-40B4-BE49-F238E27FC236}">
                <a16:creationId xmlns:a16="http://schemas.microsoft.com/office/drawing/2014/main" id="{42EE6510-5496-4F94-97E2-405DE10865DA}"/>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Ilustrasi peran agen dan arsip monitor 9 Oktober 2026, sebelum migrasi Senopati. Durasi demo lama merupakan catatan historis.</a:t>
            </a:r>
          </a:p>
        </p:txBody>
      </p:sp>
      <p:sp>
        <p:nvSpPr>
          <p:cNvPr id="19" name="Connector 18">
            <a:extLst xmlns:a="http://schemas.openxmlformats.org/drawingml/2006/main">
              <a:ext uri="{FF2B5EF4-FFF2-40B4-BE49-F238E27FC236}">
                <a16:creationId xmlns:a16="http://schemas.microsoft.com/office/drawing/2014/main" id="{4878AF1D-045E-4C31-BC3D-E84A912E2E3E}"/>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20" name="TextBox 19">
            <a:extLst xmlns:a="http://schemas.openxmlformats.org/drawingml/2006/main">
              <a:ext uri="{FF2B5EF4-FFF2-40B4-BE49-F238E27FC236}">
                <a16:creationId xmlns:a16="http://schemas.microsoft.com/office/drawing/2014/main" id="{FB140D06-4832-45DF-A89B-07E2EDAE1C98}"/>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21" name="TextBox 20">
            <a:extLst xmlns:a="http://schemas.openxmlformats.org/drawingml/2006/main">
              <a:ext uri="{FF2B5EF4-FFF2-40B4-BE49-F238E27FC236}">
                <a16:creationId xmlns:a16="http://schemas.microsoft.com/office/drawing/2014/main" id="{82BEEEAC-DD0B-4FF0-A4E2-85CF104DA280}"/>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06 / 15</a:t>
            </a:r>
          </a:p>
        </p:txBody>
      </p:sp>
    </p:spTree>
    <p:extLst>
      <p:ext uri="{BB962C8B-B14F-4D97-AF65-F5344CB8AC3E}">
        <p14:creationId xmlns:p14="http://schemas.microsoft.com/office/powerpoint/2010/main" val="1907512332"/>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7EA7F56-F141-4011-9E79-D1A1F8975FF5}"/>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187E4019-FB78-44CE-B721-1EE796F4C023}"/>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PEMROSESAN DOKUMEN</a:t>
            </a:r>
          </a:p>
        </p:txBody>
      </p:sp>
      <p:sp>
        <p:nvSpPr>
          <p:cNvPr id="4" name="TextBox 3">
            <a:extLst xmlns:a="http://schemas.openxmlformats.org/drawingml/2006/main">
              <a:ext uri="{FF2B5EF4-FFF2-40B4-BE49-F238E27FC236}">
                <a16:creationId xmlns:a16="http://schemas.microsoft.com/office/drawing/2014/main" id="{1C0026DF-46F9-4B08-B5A7-4A046AB07905}"/>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Analisis seluruh chunk</a:t>
            </a:r>
          </a:p>
        </p:txBody>
      </p:sp>
      <p:sp>
        <p:nvSpPr>
          <p:cNvPr id="5" name="Rectangle 4">
            <a:extLst xmlns:a="http://schemas.openxmlformats.org/drawingml/2006/main">
              <a:ext uri="{FF2B5EF4-FFF2-40B4-BE49-F238E27FC236}">
                <a16:creationId xmlns:a16="http://schemas.microsoft.com/office/drawing/2014/main" id="{4A86046C-561F-49C4-9E63-73103CBC0CBE}"/>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13A982A0-3370-4EF8-8895-9CE0AE3FB815}"/>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8B489F32-60F4-48F2-9934-12F79EB12D52}"/>
              </a:ext>
            </a:extLst>
          </p:cNvPr>
          <p:cNvSpPr>
            <a:spLocks xmlns:a="http://schemas.openxmlformats.org/drawingml/2006/main" noGrp="1"/>
          </p:cNvSpPr>
          <p:nvPr/>
        </p:nvSpPr>
        <p:spPr>
          <a:xfrm xmlns:a="http://schemas.openxmlformats.org/drawingml/2006/main">
            <a:off x="713232" y="1508760"/>
            <a:ext cx="6812280" cy="3584448"/>
          </a:xfrm>
          <a:prstGeom xmlns:a="http://schemas.openxmlformats.org/drawingml/2006/main" prst="roundRect">
            <a:avLst>
              <a:gd name="adj" fmla="val 531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 name="Picture 7">
            <a:extLst xmlns:a="http://schemas.openxmlformats.org/drawingml/2006/main">
              <a:ext uri="{FF2B5EF4-FFF2-40B4-BE49-F238E27FC236}">
                <a16:creationId xmlns:a16="http://schemas.microsoft.com/office/drawing/2014/main" id="{91714434-BB57-440D-9720-60AD76E7358C}"/>
              </a:ext>
            </a:extLst>
          </p:cNvPr>
          <p:cNvPicPr>
            <a:picLocks xmlns:a="http://schemas.openxmlformats.org/drawingml/2006/main" noChangeAspect="1"/>
          </p:cNvPicPr>
          <p:nvPr/>
        </p:nvPicPr>
        <p:blipFill>
          <a:blip xmlns:r="http://schemas.openxmlformats.org/officeDocument/2006/relationships" xmlns:a="http://schemas.openxmlformats.org/drawingml/2006/main" r:embed="R142d61096784458b"/>
          <a:stretch xmlns:a="http://schemas.openxmlformats.org/drawingml/2006/main">
            <a:fillRect l="0" t="0" r="0" b="0"/>
          </a:stretch>
        </p:blipFill>
        <p:spPr>
          <a:xfrm xmlns:a="http://schemas.openxmlformats.org/drawingml/2006/main">
            <a:off x="1097362" y="1600200"/>
            <a:ext cx="6044018" cy="3401568"/>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948004F0-3A48-4BB0-BD8C-F7B08AFC7F70}"/>
              </a:ext>
            </a:extLst>
          </p:cNvPr>
          <p:cNvSpPr>
            <a:spLocks xmlns:a="http://schemas.openxmlformats.org/drawingml/2006/main" noGrp="1"/>
          </p:cNvSpPr>
          <p:nvPr/>
        </p:nvSpPr>
        <p:spPr>
          <a:xfrm xmlns:a="http://schemas.openxmlformats.org/drawingml/2006/main">
            <a:off x="7818120" y="1554480"/>
            <a:ext cx="3520440" cy="19202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80" b="1">
                <a:solidFill>
                  <a:srgbClr val="08776F"/>
                </a:solidFill>
                <a:latin typeface="Aptos"/>
                <a:ea typeface="Aptos"/>
                <a:cs typeface="Aptos"/>
              </a:defRPr>
            </a:defPPr>
            <a:lvl1pPr algn="l">
              <a:buNone/>
              <a:defRPr sz="1080" b="1">
                <a:solidFill>
                  <a:srgbClr val="08776F"/>
                </a:solidFill>
                <a:latin typeface="Aptos"/>
                <a:ea typeface="Aptos"/>
                <a:cs typeface="Aptos"/>
              </a:defRPr>
            </a:lvl1pPr>
            <a:lvl2pPr algn="l">
              <a:buNone/>
              <a:defRPr sz="1080" b="1">
                <a:solidFill>
                  <a:srgbClr val="08776F"/>
                </a:solidFill>
                <a:latin typeface="Aptos"/>
                <a:ea typeface="Aptos"/>
                <a:cs typeface="Aptos"/>
              </a:defRPr>
            </a:lvl2pPr>
            <a:lvl3pPr algn="l">
              <a:buNone/>
              <a:defRPr sz="1080" b="1">
                <a:solidFill>
                  <a:srgbClr val="08776F"/>
                </a:solidFill>
                <a:latin typeface="Aptos"/>
                <a:ea typeface="Aptos"/>
                <a:cs typeface="Aptos"/>
              </a:defRPr>
            </a:lvl3pPr>
            <a:lvl4pPr algn="l">
              <a:buNone/>
              <a:defRPr sz="1080" b="1">
                <a:solidFill>
                  <a:srgbClr val="08776F"/>
                </a:solidFill>
                <a:latin typeface="Aptos"/>
                <a:ea typeface="Aptos"/>
                <a:cs typeface="Aptos"/>
              </a:defRPr>
            </a:lvl4pPr>
            <a:lvl5pPr algn="l">
              <a:buNone/>
              <a:defRPr sz="1080" b="1">
                <a:solidFill>
                  <a:srgbClr val="08776F"/>
                </a:solidFill>
                <a:latin typeface="Aptos"/>
                <a:ea typeface="Aptos"/>
                <a:cs typeface="Aptos"/>
              </a:defRPr>
            </a:lvl5pPr>
            <a:lvl6pPr algn="l">
              <a:buNone/>
              <a:defRPr sz="1080" b="1">
                <a:solidFill>
                  <a:srgbClr val="08776F"/>
                </a:solidFill>
                <a:latin typeface="Aptos"/>
                <a:ea typeface="Aptos"/>
                <a:cs typeface="Aptos"/>
              </a:defRPr>
            </a:lvl6pPr>
            <a:lvl7pPr algn="l">
              <a:buNone/>
              <a:defRPr sz="1080" b="1">
                <a:solidFill>
                  <a:srgbClr val="08776F"/>
                </a:solidFill>
                <a:latin typeface="Aptos"/>
                <a:ea typeface="Aptos"/>
                <a:cs typeface="Aptos"/>
              </a:defRPr>
            </a:lvl7pPr>
            <a:lvl8pPr algn="l">
              <a:buNone/>
              <a:defRPr sz="1080" b="1">
                <a:solidFill>
                  <a:srgbClr val="08776F"/>
                </a:solidFill>
                <a:latin typeface="Aptos"/>
                <a:ea typeface="Aptos"/>
                <a:cs typeface="Aptos"/>
              </a:defRPr>
            </a:lvl8pPr>
            <a:lvl9pPr algn="l">
              <a:buNone/>
              <a:defRPr sz="1080" b="1">
                <a:solidFill>
                  <a:srgbClr val="08776F"/>
                </a:solidFill>
                <a:latin typeface="Aptos"/>
                <a:ea typeface="Aptos"/>
                <a:cs typeface="Aptos"/>
              </a:defRPr>
            </a:lvl9pPr>
          </a:lstStyle>
          <a:p xmlns:a="http://schemas.openxmlformats.org/drawingml/2006/main">
            <a:pPr algn="l">
              <a:spcBef>
                <a:spcPts val="0"/>
              </a:spcBef>
              <a:spcAft>
                <a:spcPts val="0"/>
              </a:spcAft>
              <a:buNone/>
              <a:defRPr sz="1080" b="1">
                <a:solidFill>
                  <a:srgbClr val="08776F"/>
                </a:solidFill>
                <a:latin typeface="Aptos"/>
                <a:ea typeface="Aptos"/>
                <a:cs typeface="Aptos"/>
              </a:defRPr>
            </a:pPr>
            <a:r>
              <a:rPr sz="1080" b="1" i="0" spc="45">
                <a:solidFill>
                  <a:srgbClr val="08776F"/>
                </a:solidFill>
                <a:latin typeface="Aptos"/>
                <a:ea typeface="Aptos"/>
                <a:cs typeface="Aptos"/>
              </a:rPr>
              <a:t>PROSES BERTAHAP</a:t>
            </a:r>
          </a:p>
        </p:txBody>
      </p:sp>
      <p:sp>
        <p:nvSpPr>
          <p:cNvPr id="10" name="Rounded Rectangle 9">
            <a:extLst xmlns:a="http://schemas.openxmlformats.org/drawingml/2006/main">
              <a:ext uri="{FF2B5EF4-FFF2-40B4-BE49-F238E27FC236}">
                <a16:creationId xmlns:a16="http://schemas.microsoft.com/office/drawing/2014/main" id="{29466FD5-231F-4FE4-90EA-8C826CFA1856}"/>
              </a:ext>
            </a:extLst>
          </p:cNvPr>
          <p:cNvSpPr>
            <a:spLocks xmlns:a="http://schemas.openxmlformats.org/drawingml/2006/main" noGrp="1"/>
          </p:cNvSpPr>
          <p:nvPr/>
        </p:nvSpPr>
        <p:spPr>
          <a:xfrm xmlns:a="http://schemas.openxmlformats.org/drawingml/2006/main">
            <a:off x="7818120" y="1938528"/>
            <a:ext cx="3639312" cy="804672"/>
          </a:xfrm>
          <a:prstGeom xmlns:a="http://schemas.openxmlformats.org/drawingml/2006/main" prst="roundRect">
            <a:avLst>
              <a:gd name="adj" fmla="val 1420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6207DCE0-F1FD-456D-815A-64D724932D9A}"/>
              </a:ext>
            </a:extLst>
          </p:cNvPr>
          <p:cNvSpPr>
            <a:spLocks xmlns:a="http://schemas.openxmlformats.org/drawingml/2006/main" noGrp="1"/>
          </p:cNvSpPr>
          <p:nvPr/>
        </p:nvSpPr>
        <p:spPr>
          <a:xfrm xmlns:a="http://schemas.openxmlformats.org/drawingml/2006/main">
            <a:off x="7964424" y="2121408"/>
            <a:ext cx="384048" cy="384048"/>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A2428024-53F1-48C3-97A2-21C11062398D}"/>
              </a:ext>
            </a:extLst>
          </p:cNvPr>
          <p:cNvSpPr>
            <a:spLocks xmlns:a="http://schemas.openxmlformats.org/drawingml/2006/main" noGrp="1"/>
          </p:cNvSpPr>
          <p:nvPr/>
        </p:nvSpPr>
        <p:spPr>
          <a:xfrm xmlns:a="http://schemas.openxmlformats.org/drawingml/2006/main">
            <a:off x="7964424" y="2121408"/>
            <a:ext cx="384048" cy="38404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00" b="1" i="0">
                <a:solidFill>
                  <a:srgbClr val="08776F"/>
                </a:solidFill>
                <a:latin typeface="Aptos"/>
                <a:ea typeface="Aptos"/>
                <a:cs typeface="Aptos"/>
              </a:rPr>
              <a:t>01</a:t>
            </a:r>
          </a:p>
        </p:txBody>
      </p:sp>
      <p:sp>
        <p:nvSpPr>
          <p:cNvPr id="13" name="TextBox 12">
            <a:extLst xmlns:a="http://schemas.openxmlformats.org/drawingml/2006/main">
              <a:ext uri="{FF2B5EF4-FFF2-40B4-BE49-F238E27FC236}">
                <a16:creationId xmlns:a16="http://schemas.microsoft.com/office/drawing/2014/main" id="{CC55F30F-33F9-4619-8B06-8A792E21FB75}"/>
              </a:ext>
            </a:extLst>
          </p:cNvPr>
          <p:cNvSpPr>
            <a:spLocks xmlns:a="http://schemas.openxmlformats.org/drawingml/2006/main" noGrp="1"/>
          </p:cNvSpPr>
          <p:nvPr/>
        </p:nvSpPr>
        <p:spPr>
          <a:xfrm xmlns:a="http://schemas.openxmlformats.org/drawingml/2006/main">
            <a:off x="8476488" y="2029968"/>
            <a:ext cx="2697480" cy="23317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350" b="1">
                <a:solidFill>
                  <a:srgbClr val="102A43"/>
                </a:solidFill>
                <a:latin typeface="Aptos"/>
                <a:ea typeface="Aptos"/>
                <a:cs typeface="Aptos"/>
              </a:defRPr>
            </a:defPPr>
            <a:lvl1pPr algn="l">
              <a:buNone/>
              <a:defRPr sz="1350" b="1">
                <a:solidFill>
                  <a:srgbClr val="102A43"/>
                </a:solidFill>
                <a:latin typeface="Aptos"/>
                <a:ea typeface="Aptos"/>
                <a:cs typeface="Aptos"/>
              </a:defRPr>
            </a:lvl1pPr>
            <a:lvl2pPr algn="l">
              <a:buNone/>
              <a:defRPr sz="1350" b="1">
                <a:solidFill>
                  <a:srgbClr val="102A43"/>
                </a:solidFill>
                <a:latin typeface="Aptos"/>
                <a:ea typeface="Aptos"/>
                <a:cs typeface="Aptos"/>
              </a:defRPr>
            </a:lvl2pPr>
            <a:lvl3pPr algn="l">
              <a:buNone/>
              <a:defRPr sz="1350" b="1">
                <a:solidFill>
                  <a:srgbClr val="102A43"/>
                </a:solidFill>
                <a:latin typeface="Aptos"/>
                <a:ea typeface="Aptos"/>
                <a:cs typeface="Aptos"/>
              </a:defRPr>
            </a:lvl3pPr>
            <a:lvl4pPr algn="l">
              <a:buNone/>
              <a:defRPr sz="1350" b="1">
                <a:solidFill>
                  <a:srgbClr val="102A43"/>
                </a:solidFill>
                <a:latin typeface="Aptos"/>
                <a:ea typeface="Aptos"/>
                <a:cs typeface="Aptos"/>
              </a:defRPr>
            </a:lvl4pPr>
            <a:lvl5pPr algn="l">
              <a:buNone/>
              <a:defRPr sz="1350" b="1">
                <a:solidFill>
                  <a:srgbClr val="102A43"/>
                </a:solidFill>
                <a:latin typeface="Aptos"/>
                <a:ea typeface="Aptos"/>
                <a:cs typeface="Aptos"/>
              </a:defRPr>
            </a:lvl5pPr>
            <a:lvl6pPr algn="l">
              <a:buNone/>
              <a:defRPr sz="1350" b="1">
                <a:solidFill>
                  <a:srgbClr val="102A43"/>
                </a:solidFill>
                <a:latin typeface="Aptos"/>
                <a:ea typeface="Aptos"/>
                <a:cs typeface="Aptos"/>
              </a:defRPr>
            </a:lvl6pPr>
            <a:lvl7pPr algn="l">
              <a:buNone/>
              <a:defRPr sz="1350" b="1">
                <a:solidFill>
                  <a:srgbClr val="102A43"/>
                </a:solidFill>
                <a:latin typeface="Aptos"/>
                <a:ea typeface="Aptos"/>
                <a:cs typeface="Aptos"/>
              </a:defRPr>
            </a:lvl7pPr>
            <a:lvl8pPr algn="l">
              <a:buNone/>
              <a:defRPr sz="1350" b="1">
                <a:solidFill>
                  <a:srgbClr val="102A43"/>
                </a:solidFill>
                <a:latin typeface="Aptos"/>
                <a:ea typeface="Aptos"/>
                <a:cs typeface="Aptos"/>
              </a:defRPr>
            </a:lvl8pPr>
            <a:lvl9pPr algn="l">
              <a:buNone/>
              <a:defRPr sz="1350" b="1">
                <a:solidFill>
                  <a:srgbClr val="102A43"/>
                </a:solidFill>
                <a:latin typeface="Aptos"/>
                <a:ea typeface="Aptos"/>
                <a:cs typeface="Aptos"/>
              </a:defRPr>
            </a:lvl9pPr>
          </a:lstStyle>
          <a:p xmlns:a="http://schemas.openxmlformats.org/drawingml/2006/main">
            <a:pPr algn="l">
              <a:spcBef>
                <a:spcPts val="0"/>
              </a:spcBef>
              <a:spcAft>
                <a:spcPts val="0"/>
              </a:spcAft>
              <a:buNone/>
              <a:defRPr sz="1350" b="1">
                <a:solidFill>
                  <a:srgbClr val="102A43"/>
                </a:solidFill>
                <a:latin typeface="Aptos"/>
                <a:ea typeface="Aptos"/>
                <a:cs typeface="Aptos"/>
              </a:defRPr>
            </a:pPr>
            <a:r>
              <a:rPr sz="1350" b="1" i="0">
                <a:solidFill>
                  <a:srgbClr val="102A43"/>
                </a:solidFill>
                <a:latin typeface="Aptos"/>
                <a:ea typeface="Aptos"/>
                <a:cs typeface="Aptos"/>
              </a:rPr>
              <a:t>Batch terbatas</a:t>
            </a:r>
          </a:p>
        </p:txBody>
      </p:sp>
      <p:sp>
        <p:nvSpPr>
          <p:cNvPr id="14" name="TextBox 13">
            <a:extLst xmlns:a="http://schemas.openxmlformats.org/drawingml/2006/main">
              <a:ext uri="{FF2B5EF4-FFF2-40B4-BE49-F238E27FC236}">
                <a16:creationId xmlns:a16="http://schemas.microsoft.com/office/drawing/2014/main" id="{36B96F07-DAD5-46B5-B2BB-DB022B97E37B}"/>
              </a:ext>
            </a:extLst>
          </p:cNvPr>
          <p:cNvSpPr>
            <a:spLocks xmlns:a="http://schemas.openxmlformats.org/drawingml/2006/main" noGrp="1"/>
          </p:cNvSpPr>
          <p:nvPr/>
        </p:nvSpPr>
        <p:spPr>
          <a:xfrm xmlns:a="http://schemas.openxmlformats.org/drawingml/2006/main">
            <a:off x="8476488" y="2295144"/>
            <a:ext cx="2743200" cy="3703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125">
                <a:solidFill>
                  <a:srgbClr val="617586"/>
                </a:solidFill>
                <a:latin typeface="Aptos"/>
                <a:ea typeface="Aptos"/>
                <a:cs typeface="Aptos"/>
              </a:defRPr>
            </a:defPPr>
            <a:lvl1pPr algn="l">
              <a:buNone/>
              <a:defRPr sz="1125">
                <a:solidFill>
                  <a:srgbClr val="617586"/>
                </a:solidFill>
                <a:latin typeface="Aptos"/>
                <a:ea typeface="Aptos"/>
                <a:cs typeface="Aptos"/>
              </a:defRPr>
            </a:lvl1pPr>
            <a:lvl2pPr algn="l">
              <a:buNone/>
              <a:defRPr sz="1125">
                <a:solidFill>
                  <a:srgbClr val="617586"/>
                </a:solidFill>
                <a:latin typeface="Aptos"/>
                <a:ea typeface="Aptos"/>
                <a:cs typeface="Aptos"/>
              </a:defRPr>
            </a:lvl2pPr>
            <a:lvl3pPr algn="l">
              <a:buNone/>
              <a:defRPr sz="1125">
                <a:solidFill>
                  <a:srgbClr val="617586"/>
                </a:solidFill>
                <a:latin typeface="Aptos"/>
                <a:ea typeface="Aptos"/>
                <a:cs typeface="Aptos"/>
              </a:defRPr>
            </a:lvl3pPr>
            <a:lvl4pPr algn="l">
              <a:buNone/>
              <a:defRPr sz="1125">
                <a:solidFill>
                  <a:srgbClr val="617586"/>
                </a:solidFill>
                <a:latin typeface="Aptos"/>
                <a:ea typeface="Aptos"/>
                <a:cs typeface="Aptos"/>
              </a:defRPr>
            </a:lvl4pPr>
            <a:lvl5pPr algn="l">
              <a:buNone/>
              <a:defRPr sz="1125">
                <a:solidFill>
                  <a:srgbClr val="617586"/>
                </a:solidFill>
                <a:latin typeface="Aptos"/>
                <a:ea typeface="Aptos"/>
                <a:cs typeface="Aptos"/>
              </a:defRPr>
            </a:lvl5pPr>
            <a:lvl6pPr algn="l">
              <a:buNone/>
              <a:defRPr sz="1125">
                <a:solidFill>
                  <a:srgbClr val="617586"/>
                </a:solidFill>
                <a:latin typeface="Aptos"/>
                <a:ea typeface="Aptos"/>
                <a:cs typeface="Aptos"/>
              </a:defRPr>
            </a:lvl6pPr>
            <a:lvl7pPr algn="l">
              <a:buNone/>
              <a:defRPr sz="1125">
                <a:solidFill>
                  <a:srgbClr val="617586"/>
                </a:solidFill>
                <a:latin typeface="Aptos"/>
                <a:ea typeface="Aptos"/>
                <a:cs typeface="Aptos"/>
              </a:defRPr>
            </a:lvl7pPr>
            <a:lvl8pPr algn="l">
              <a:buNone/>
              <a:defRPr sz="1125">
                <a:solidFill>
                  <a:srgbClr val="617586"/>
                </a:solidFill>
                <a:latin typeface="Aptos"/>
                <a:ea typeface="Aptos"/>
                <a:cs typeface="Aptos"/>
              </a:defRPr>
            </a:lvl8pPr>
            <a:lvl9pPr algn="l">
              <a:buNone/>
              <a:defRPr sz="1125">
                <a:solidFill>
                  <a:srgbClr val="617586"/>
                </a:solidFill>
                <a:latin typeface="Aptos"/>
                <a:ea typeface="Aptos"/>
                <a:cs typeface="Aptos"/>
              </a:defRPr>
            </a:lvl9pPr>
          </a:lstStyle>
          <a:p xmlns:a="http://schemas.openxmlformats.org/drawingml/2006/main">
            <a:pPr algn="l">
              <a:spcBef>
                <a:spcPts val="0"/>
              </a:spcBef>
              <a:spcAft>
                <a:spcPts val="0"/>
              </a:spcAft>
              <a:buNone/>
              <a:defRPr sz="1125">
                <a:solidFill>
                  <a:srgbClr val="617586"/>
                </a:solidFill>
                <a:latin typeface="Aptos"/>
                <a:ea typeface="Aptos"/>
                <a:cs typeface="Aptos"/>
              </a:defRPr>
            </a:pPr>
            <a:r>
              <a:rPr sz="1125" b="0" i="0">
                <a:solidFill>
                  <a:srgbClr val="617586"/>
                </a:solidFill>
                <a:latin typeface="Aptos"/>
                <a:ea typeface="Aptos"/>
                <a:cs typeface="Aptos"/>
              </a:rPr>
              <a:t>Maksimal 12 chunk atau 14.400 karakter per batch.</a:t>
            </a:r>
          </a:p>
        </p:txBody>
      </p:sp>
      <p:sp>
        <p:nvSpPr>
          <p:cNvPr id="15" name="Rounded Rectangle 14">
            <a:extLst xmlns:a="http://schemas.openxmlformats.org/drawingml/2006/main">
              <a:ext uri="{FF2B5EF4-FFF2-40B4-BE49-F238E27FC236}">
                <a16:creationId xmlns:a16="http://schemas.microsoft.com/office/drawing/2014/main" id="{E4612ED8-83C1-4A17-B0AC-AB0B89002D26}"/>
              </a:ext>
            </a:extLst>
          </p:cNvPr>
          <p:cNvSpPr>
            <a:spLocks xmlns:a="http://schemas.openxmlformats.org/drawingml/2006/main" noGrp="1"/>
          </p:cNvSpPr>
          <p:nvPr/>
        </p:nvSpPr>
        <p:spPr>
          <a:xfrm xmlns:a="http://schemas.openxmlformats.org/drawingml/2006/main">
            <a:off x="7818120" y="2898648"/>
            <a:ext cx="3639312" cy="804672"/>
          </a:xfrm>
          <a:prstGeom xmlns:a="http://schemas.openxmlformats.org/drawingml/2006/main" prst="roundRect">
            <a:avLst>
              <a:gd name="adj" fmla="val 1420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3D0B8B8A-33BA-4674-9A89-753ABFC3110C}"/>
              </a:ext>
            </a:extLst>
          </p:cNvPr>
          <p:cNvSpPr>
            <a:spLocks xmlns:a="http://schemas.openxmlformats.org/drawingml/2006/main" noGrp="1"/>
          </p:cNvSpPr>
          <p:nvPr/>
        </p:nvSpPr>
        <p:spPr>
          <a:xfrm xmlns:a="http://schemas.openxmlformats.org/drawingml/2006/main">
            <a:off x="7964424" y="3081528"/>
            <a:ext cx="384048" cy="384048"/>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4F370439-C9EA-4651-989C-016135478499}"/>
              </a:ext>
            </a:extLst>
          </p:cNvPr>
          <p:cNvSpPr>
            <a:spLocks xmlns:a="http://schemas.openxmlformats.org/drawingml/2006/main" noGrp="1"/>
          </p:cNvSpPr>
          <p:nvPr/>
        </p:nvSpPr>
        <p:spPr>
          <a:xfrm xmlns:a="http://schemas.openxmlformats.org/drawingml/2006/main">
            <a:off x="7964424" y="3081528"/>
            <a:ext cx="384048" cy="38404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00" b="1" i="0">
                <a:solidFill>
                  <a:srgbClr val="08776F"/>
                </a:solidFill>
                <a:latin typeface="Aptos"/>
                <a:ea typeface="Aptos"/>
                <a:cs typeface="Aptos"/>
              </a:rPr>
              <a:t>02</a:t>
            </a:r>
          </a:p>
        </p:txBody>
      </p:sp>
      <p:sp>
        <p:nvSpPr>
          <p:cNvPr id="18" name="TextBox 17">
            <a:extLst xmlns:a="http://schemas.openxmlformats.org/drawingml/2006/main">
              <a:ext uri="{FF2B5EF4-FFF2-40B4-BE49-F238E27FC236}">
                <a16:creationId xmlns:a16="http://schemas.microsoft.com/office/drawing/2014/main" id="{9145C1ED-5507-4EB9-A723-5436C2BEC8A2}"/>
              </a:ext>
            </a:extLst>
          </p:cNvPr>
          <p:cNvSpPr>
            <a:spLocks xmlns:a="http://schemas.openxmlformats.org/drawingml/2006/main" noGrp="1"/>
          </p:cNvSpPr>
          <p:nvPr/>
        </p:nvSpPr>
        <p:spPr>
          <a:xfrm xmlns:a="http://schemas.openxmlformats.org/drawingml/2006/main">
            <a:off x="8476488" y="2990088"/>
            <a:ext cx="2697480" cy="23317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350" b="1">
                <a:solidFill>
                  <a:srgbClr val="102A43"/>
                </a:solidFill>
                <a:latin typeface="Aptos"/>
                <a:ea typeface="Aptos"/>
                <a:cs typeface="Aptos"/>
              </a:defRPr>
            </a:defPPr>
            <a:lvl1pPr algn="l">
              <a:buNone/>
              <a:defRPr sz="1350" b="1">
                <a:solidFill>
                  <a:srgbClr val="102A43"/>
                </a:solidFill>
                <a:latin typeface="Aptos"/>
                <a:ea typeface="Aptos"/>
                <a:cs typeface="Aptos"/>
              </a:defRPr>
            </a:lvl1pPr>
            <a:lvl2pPr algn="l">
              <a:buNone/>
              <a:defRPr sz="1350" b="1">
                <a:solidFill>
                  <a:srgbClr val="102A43"/>
                </a:solidFill>
                <a:latin typeface="Aptos"/>
                <a:ea typeface="Aptos"/>
                <a:cs typeface="Aptos"/>
              </a:defRPr>
            </a:lvl2pPr>
            <a:lvl3pPr algn="l">
              <a:buNone/>
              <a:defRPr sz="1350" b="1">
                <a:solidFill>
                  <a:srgbClr val="102A43"/>
                </a:solidFill>
                <a:latin typeface="Aptos"/>
                <a:ea typeface="Aptos"/>
                <a:cs typeface="Aptos"/>
              </a:defRPr>
            </a:lvl3pPr>
            <a:lvl4pPr algn="l">
              <a:buNone/>
              <a:defRPr sz="1350" b="1">
                <a:solidFill>
                  <a:srgbClr val="102A43"/>
                </a:solidFill>
                <a:latin typeface="Aptos"/>
                <a:ea typeface="Aptos"/>
                <a:cs typeface="Aptos"/>
              </a:defRPr>
            </a:lvl4pPr>
            <a:lvl5pPr algn="l">
              <a:buNone/>
              <a:defRPr sz="1350" b="1">
                <a:solidFill>
                  <a:srgbClr val="102A43"/>
                </a:solidFill>
                <a:latin typeface="Aptos"/>
                <a:ea typeface="Aptos"/>
                <a:cs typeface="Aptos"/>
              </a:defRPr>
            </a:lvl5pPr>
            <a:lvl6pPr algn="l">
              <a:buNone/>
              <a:defRPr sz="1350" b="1">
                <a:solidFill>
                  <a:srgbClr val="102A43"/>
                </a:solidFill>
                <a:latin typeface="Aptos"/>
                <a:ea typeface="Aptos"/>
                <a:cs typeface="Aptos"/>
              </a:defRPr>
            </a:lvl6pPr>
            <a:lvl7pPr algn="l">
              <a:buNone/>
              <a:defRPr sz="1350" b="1">
                <a:solidFill>
                  <a:srgbClr val="102A43"/>
                </a:solidFill>
                <a:latin typeface="Aptos"/>
                <a:ea typeface="Aptos"/>
                <a:cs typeface="Aptos"/>
              </a:defRPr>
            </a:lvl7pPr>
            <a:lvl8pPr algn="l">
              <a:buNone/>
              <a:defRPr sz="1350" b="1">
                <a:solidFill>
                  <a:srgbClr val="102A43"/>
                </a:solidFill>
                <a:latin typeface="Aptos"/>
                <a:ea typeface="Aptos"/>
                <a:cs typeface="Aptos"/>
              </a:defRPr>
            </a:lvl8pPr>
            <a:lvl9pPr algn="l">
              <a:buNone/>
              <a:defRPr sz="1350" b="1">
                <a:solidFill>
                  <a:srgbClr val="102A43"/>
                </a:solidFill>
                <a:latin typeface="Aptos"/>
                <a:ea typeface="Aptos"/>
                <a:cs typeface="Aptos"/>
              </a:defRPr>
            </a:lvl9pPr>
          </a:lstStyle>
          <a:p xmlns:a="http://schemas.openxmlformats.org/drawingml/2006/main">
            <a:pPr algn="l">
              <a:spcBef>
                <a:spcPts val="0"/>
              </a:spcBef>
              <a:spcAft>
                <a:spcPts val="0"/>
              </a:spcAft>
              <a:buNone/>
              <a:defRPr sz="1350" b="1">
                <a:solidFill>
                  <a:srgbClr val="102A43"/>
                </a:solidFill>
                <a:latin typeface="Aptos"/>
                <a:ea typeface="Aptos"/>
                <a:cs typeface="Aptos"/>
              </a:defRPr>
            </a:pPr>
            <a:r>
              <a:rPr sz="1350" b="1" i="0">
                <a:solidFill>
                  <a:srgbClr val="102A43"/>
                </a:solidFill>
                <a:latin typeface="Aptos"/>
                <a:ea typeface="Aptos"/>
                <a:cs typeface="Aptos"/>
              </a:rPr>
              <a:t>Gabungan bertahap</a:t>
            </a:r>
          </a:p>
        </p:txBody>
      </p:sp>
      <p:sp>
        <p:nvSpPr>
          <p:cNvPr id="19" name="TextBox 18">
            <a:extLst xmlns:a="http://schemas.openxmlformats.org/drawingml/2006/main">
              <a:ext uri="{FF2B5EF4-FFF2-40B4-BE49-F238E27FC236}">
                <a16:creationId xmlns:a16="http://schemas.microsoft.com/office/drawing/2014/main" id="{0E963188-A526-438B-A48E-B6AABE1478CF}"/>
              </a:ext>
            </a:extLst>
          </p:cNvPr>
          <p:cNvSpPr>
            <a:spLocks xmlns:a="http://schemas.openxmlformats.org/drawingml/2006/main" noGrp="1"/>
          </p:cNvSpPr>
          <p:nvPr/>
        </p:nvSpPr>
        <p:spPr>
          <a:xfrm xmlns:a="http://schemas.openxmlformats.org/drawingml/2006/main">
            <a:off x="8476488" y="3255264"/>
            <a:ext cx="2743200" cy="3703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125">
                <a:solidFill>
                  <a:srgbClr val="617586"/>
                </a:solidFill>
                <a:latin typeface="Aptos"/>
                <a:ea typeface="Aptos"/>
                <a:cs typeface="Aptos"/>
              </a:defRPr>
            </a:defPPr>
            <a:lvl1pPr algn="l">
              <a:buNone/>
              <a:defRPr sz="1125">
                <a:solidFill>
                  <a:srgbClr val="617586"/>
                </a:solidFill>
                <a:latin typeface="Aptos"/>
                <a:ea typeface="Aptos"/>
                <a:cs typeface="Aptos"/>
              </a:defRPr>
            </a:lvl1pPr>
            <a:lvl2pPr algn="l">
              <a:buNone/>
              <a:defRPr sz="1125">
                <a:solidFill>
                  <a:srgbClr val="617586"/>
                </a:solidFill>
                <a:latin typeface="Aptos"/>
                <a:ea typeface="Aptos"/>
                <a:cs typeface="Aptos"/>
              </a:defRPr>
            </a:lvl2pPr>
            <a:lvl3pPr algn="l">
              <a:buNone/>
              <a:defRPr sz="1125">
                <a:solidFill>
                  <a:srgbClr val="617586"/>
                </a:solidFill>
                <a:latin typeface="Aptos"/>
                <a:ea typeface="Aptos"/>
                <a:cs typeface="Aptos"/>
              </a:defRPr>
            </a:lvl3pPr>
            <a:lvl4pPr algn="l">
              <a:buNone/>
              <a:defRPr sz="1125">
                <a:solidFill>
                  <a:srgbClr val="617586"/>
                </a:solidFill>
                <a:latin typeface="Aptos"/>
                <a:ea typeface="Aptos"/>
                <a:cs typeface="Aptos"/>
              </a:defRPr>
            </a:lvl4pPr>
            <a:lvl5pPr algn="l">
              <a:buNone/>
              <a:defRPr sz="1125">
                <a:solidFill>
                  <a:srgbClr val="617586"/>
                </a:solidFill>
                <a:latin typeface="Aptos"/>
                <a:ea typeface="Aptos"/>
                <a:cs typeface="Aptos"/>
              </a:defRPr>
            </a:lvl5pPr>
            <a:lvl6pPr algn="l">
              <a:buNone/>
              <a:defRPr sz="1125">
                <a:solidFill>
                  <a:srgbClr val="617586"/>
                </a:solidFill>
                <a:latin typeface="Aptos"/>
                <a:ea typeface="Aptos"/>
                <a:cs typeface="Aptos"/>
              </a:defRPr>
            </a:lvl6pPr>
            <a:lvl7pPr algn="l">
              <a:buNone/>
              <a:defRPr sz="1125">
                <a:solidFill>
                  <a:srgbClr val="617586"/>
                </a:solidFill>
                <a:latin typeface="Aptos"/>
                <a:ea typeface="Aptos"/>
                <a:cs typeface="Aptos"/>
              </a:defRPr>
            </a:lvl7pPr>
            <a:lvl8pPr algn="l">
              <a:buNone/>
              <a:defRPr sz="1125">
                <a:solidFill>
                  <a:srgbClr val="617586"/>
                </a:solidFill>
                <a:latin typeface="Aptos"/>
                <a:ea typeface="Aptos"/>
                <a:cs typeface="Aptos"/>
              </a:defRPr>
            </a:lvl8pPr>
            <a:lvl9pPr algn="l">
              <a:buNone/>
              <a:defRPr sz="1125">
                <a:solidFill>
                  <a:srgbClr val="617586"/>
                </a:solidFill>
                <a:latin typeface="Aptos"/>
                <a:ea typeface="Aptos"/>
                <a:cs typeface="Aptos"/>
              </a:defRPr>
            </a:lvl9pPr>
          </a:lstStyle>
          <a:p xmlns:a="http://schemas.openxmlformats.org/drawingml/2006/main">
            <a:pPr algn="l">
              <a:spcBef>
                <a:spcPts val="0"/>
              </a:spcBef>
              <a:spcAft>
                <a:spcPts val="0"/>
              </a:spcAft>
              <a:buNone/>
              <a:defRPr sz="1125">
                <a:solidFill>
                  <a:srgbClr val="617586"/>
                </a:solidFill>
                <a:latin typeface="Aptos"/>
                <a:ea typeface="Aptos"/>
                <a:cs typeface="Aptos"/>
              </a:defRPr>
            </a:pPr>
            <a:r>
              <a:rPr sz="1125" b="0" i="0">
                <a:solidFill>
                  <a:srgbClr val="617586"/>
                </a:solidFill>
                <a:latin typeface="Aptos"/>
                <a:ea typeface="Aptos"/>
                <a:cs typeface="Aptos"/>
              </a:rPr>
              <a:t>Gabungkan paling banyak tiga ringkasan per tahap.</a:t>
            </a:r>
          </a:p>
        </p:txBody>
      </p:sp>
      <p:sp>
        <p:nvSpPr>
          <p:cNvPr id="20" name="Rounded Rectangle 19">
            <a:extLst xmlns:a="http://schemas.openxmlformats.org/drawingml/2006/main">
              <a:ext uri="{FF2B5EF4-FFF2-40B4-BE49-F238E27FC236}">
                <a16:creationId xmlns:a16="http://schemas.microsoft.com/office/drawing/2014/main" id="{D8C9F463-E949-45D4-9998-60A4BF7CD597}"/>
              </a:ext>
            </a:extLst>
          </p:cNvPr>
          <p:cNvSpPr>
            <a:spLocks xmlns:a="http://schemas.openxmlformats.org/drawingml/2006/main" noGrp="1"/>
          </p:cNvSpPr>
          <p:nvPr/>
        </p:nvSpPr>
        <p:spPr>
          <a:xfrm xmlns:a="http://schemas.openxmlformats.org/drawingml/2006/main">
            <a:off x="7818120" y="3858768"/>
            <a:ext cx="3639312" cy="804672"/>
          </a:xfrm>
          <a:prstGeom xmlns:a="http://schemas.openxmlformats.org/drawingml/2006/main" prst="roundRect">
            <a:avLst>
              <a:gd name="adj" fmla="val 1420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AB7DF85A-1407-47CD-85F2-8F7D9F4BAB93}"/>
              </a:ext>
            </a:extLst>
          </p:cNvPr>
          <p:cNvSpPr>
            <a:spLocks xmlns:a="http://schemas.openxmlformats.org/drawingml/2006/main" noGrp="1"/>
          </p:cNvSpPr>
          <p:nvPr/>
        </p:nvSpPr>
        <p:spPr>
          <a:xfrm xmlns:a="http://schemas.openxmlformats.org/drawingml/2006/main">
            <a:off x="7964424" y="4041648"/>
            <a:ext cx="384048" cy="384048"/>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F5CD17BA-527A-4BA3-99E8-41E53BEAE0B3}"/>
              </a:ext>
            </a:extLst>
          </p:cNvPr>
          <p:cNvSpPr>
            <a:spLocks xmlns:a="http://schemas.openxmlformats.org/drawingml/2006/main" noGrp="1"/>
          </p:cNvSpPr>
          <p:nvPr/>
        </p:nvSpPr>
        <p:spPr>
          <a:xfrm xmlns:a="http://schemas.openxmlformats.org/drawingml/2006/main">
            <a:off x="7964424" y="4041648"/>
            <a:ext cx="384048" cy="38404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00" b="1" i="0">
                <a:solidFill>
                  <a:srgbClr val="08776F"/>
                </a:solidFill>
                <a:latin typeface="Aptos"/>
                <a:ea typeface="Aptos"/>
                <a:cs typeface="Aptos"/>
              </a:rPr>
              <a:t>03</a:t>
            </a:r>
          </a:p>
        </p:txBody>
      </p:sp>
      <p:sp>
        <p:nvSpPr>
          <p:cNvPr id="23" name="TextBox 22">
            <a:extLst xmlns:a="http://schemas.openxmlformats.org/drawingml/2006/main">
              <a:ext uri="{FF2B5EF4-FFF2-40B4-BE49-F238E27FC236}">
                <a16:creationId xmlns:a16="http://schemas.microsoft.com/office/drawing/2014/main" id="{A3C9F89C-8A47-4F01-8BB5-C8BDD18834B5}"/>
              </a:ext>
            </a:extLst>
          </p:cNvPr>
          <p:cNvSpPr>
            <a:spLocks xmlns:a="http://schemas.openxmlformats.org/drawingml/2006/main" noGrp="1"/>
          </p:cNvSpPr>
          <p:nvPr/>
        </p:nvSpPr>
        <p:spPr>
          <a:xfrm xmlns:a="http://schemas.openxmlformats.org/drawingml/2006/main">
            <a:off x="8476488" y="3950208"/>
            <a:ext cx="2697480" cy="23317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350" b="1">
                <a:solidFill>
                  <a:srgbClr val="102A43"/>
                </a:solidFill>
                <a:latin typeface="Aptos"/>
                <a:ea typeface="Aptos"/>
                <a:cs typeface="Aptos"/>
              </a:defRPr>
            </a:defPPr>
            <a:lvl1pPr algn="l">
              <a:buNone/>
              <a:defRPr sz="1350" b="1">
                <a:solidFill>
                  <a:srgbClr val="102A43"/>
                </a:solidFill>
                <a:latin typeface="Aptos"/>
                <a:ea typeface="Aptos"/>
                <a:cs typeface="Aptos"/>
              </a:defRPr>
            </a:lvl1pPr>
            <a:lvl2pPr algn="l">
              <a:buNone/>
              <a:defRPr sz="1350" b="1">
                <a:solidFill>
                  <a:srgbClr val="102A43"/>
                </a:solidFill>
                <a:latin typeface="Aptos"/>
                <a:ea typeface="Aptos"/>
                <a:cs typeface="Aptos"/>
              </a:defRPr>
            </a:lvl2pPr>
            <a:lvl3pPr algn="l">
              <a:buNone/>
              <a:defRPr sz="1350" b="1">
                <a:solidFill>
                  <a:srgbClr val="102A43"/>
                </a:solidFill>
                <a:latin typeface="Aptos"/>
                <a:ea typeface="Aptos"/>
                <a:cs typeface="Aptos"/>
              </a:defRPr>
            </a:lvl3pPr>
            <a:lvl4pPr algn="l">
              <a:buNone/>
              <a:defRPr sz="1350" b="1">
                <a:solidFill>
                  <a:srgbClr val="102A43"/>
                </a:solidFill>
                <a:latin typeface="Aptos"/>
                <a:ea typeface="Aptos"/>
                <a:cs typeface="Aptos"/>
              </a:defRPr>
            </a:lvl4pPr>
            <a:lvl5pPr algn="l">
              <a:buNone/>
              <a:defRPr sz="1350" b="1">
                <a:solidFill>
                  <a:srgbClr val="102A43"/>
                </a:solidFill>
                <a:latin typeface="Aptos"/>
                <a:ea typeface="Aptos"/>
                <a:cs typeface="Aptos"/>
              </a:defRPr>
            </a:lvl5pPr>
            <a:lvl6pPr algn="l">
              <a:buNone/>
              <a:defRPr sz="1350" b="1">
                <a:solidFill>
                  <a:srgbClr val="102A43"/>
                </a:solidFill>
                <a:latin typeface="Aptos"/>
                <a:ea typeface="Aptos"/>
                <a:cs typeface="Aptos"/>
              </a:defRPr>
            </a:lvl6pPr>
            <a:lvl7pPr algn="l">
              <a:buNone/>
              <a:defRPr sz="1350" b="1">
                <a:solidFill>
                  <a:srgbClr val="102A43"/>
                </a:solidFill>
                <a:latin typeface="Aptos"/>
                <a:ea typeface="Aptos"/>
                <a:cs typeface="Aptos"/>
              </a:defRPr>
            </a:lvl7pPr>
            <a:lvl8pPr algn="l">
              <a:buNone/>
              <a:defRPr sz="1350" b="1">
                <a:solidFill>
                  <a:srgbClr val="102A43"/>
                </a:solidFill>
                <a:latin typeface="Aptos"/>
                <a:ea typeface="Aptos"/>
                <a:cs typeface="Aptos"/>
              </a:defRPr>
            </a:lvl8pPr>
            <a:lvl9pPr algn="l">
              <a:buNone/>
              <a:defRPr sz="1350" b="1">
                <a:solidFill>
                  <a:srgbClr val="102A43"/>
                </a:solidFill>
                <a:latin typeface="Aptos"/>
                <a:ea typeface="Aptos"/>
                <a:cs typeface="Aptos"/>
              </a:defRPr>
            </a:lvl9pPr>
          </a:lstStyle>
          <a:p xmlns:a="http://schemas.openxmlformats.org/drawingml/2006/main">
            <a:pPr algn="l">
              <a:spcBef>
                <a:spcPts val="0"/>
              </a:spcBef>
              <a:spcAft>
                <a:spcPts val="0"/>
              </a:spcAft>
              <a:buNone/>
              <a:defRPr sz="1350" b="1">
                <a:solidFill>
                  <a:srgbClr val="102A43"/>
                </a:solidFill>
                <a:latin typeface="Aptos"/>
                <a:ea typeface="Aptos"/>
                <a:cs typeface="Aptos"/>
              </a:defRPr>
            </a:pPr>
            <a:r>
              <a:rPr sz="1350" b="1" i="0">
                <a:solidFill>
                  <a:srgbClr val="102A43"/>
                </a:solidFill>
                <a:latin typeface="Aptos"/>
                <a:ea typeface="Aptos"/>
                <a:cs typeface="Aptos"/>
              </a:rPr>
              <a:t>Checkpoint dan retry</a:t>
            </a:r>
          </a:p>
        </p:txBody>
      </p:sp>
      <p:sp>
        <p:nvSpPr>
          <p:cNvPr id="24" name="TextBox 23">
            <a:extLst xmlns:a="http://schemas.openxmlformats.org/drawingml/2006/main">
              <a:ext uri="{FF2B5EF4-FFF2-40B4-BE49-F238E27FC236}">
                <a16:creationId xmlns:a16="http://schemas.microsoft.com/office/drawing/2014/main" id="{559DF85F-F365-42DF-85BD-66BEC254FC54}"/>
              </a:ext>
            </a:extLst>
          </p:cNvPr>
          <p:cNvSpPr>
            <a:spLocks xmlns:a="http://schemas.openxmlformats.org/drawingml/2006/main" noGrp="1"/>
          </p:cNvSpPr>
          <p:nvPr/>
        </p:nvSpPr>
        <p:spPr>
          <a:xfrm xmlns:a="http://schemas.openxmlformats.org/drawingml/2006/main">
            <a:off x="8476488" y="4215384"/>
            <a:ext cx="2743200" cy="3703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125">
                <a:solidFill>
                  <a:srgbClr val="617586"/>
                </a:solidFill>
                <a:latin typeface="Aptos"/>
                <a:ea typeface="Aptos"/>
                <a:cs typeface="Aptos"/>
              </a:defRPr>
            </a:defPPr>
            <a:lvl1pPr algn="l">
              <a:buNone/>
              <a:defRPr sz="1125">
                <a:solidFill>
                  <a:srgbClr val="617586"/>
                </a:solidFill>
                <a:latin typeface="Aptos"/>
                <a:ea typeface="Aptos"/>
                <a:cs typeface="Aptos"/>
              </a:defRPr>
            </a:lvl1pPr>
            <a:lvl2pPr algn="l">
              <a:buNone/>
              <a:defRPr sz="1125">
                <a:solidFill>
                  <a:srgbClr val="617586"/>
                </a:solidFill>
                <a:latin typeface="Aptos"/>
                <a:ea typeface="Aptos"/>
                <a:cs typeface="Aptos"/>
              </a:defRPr>
            </a:lvl2pPr>
            <a:lvl3pPr algn="l">
              <a:buNone/>
              <a:defRPr sz="1125">
                <a:solidFill>
                  <a:srgbClr val="617586"/>
                </a:solidFill>
                <a:latin typeface="Aptos"/>
                <a:ea typeface="Aptos"/>
                <a:cs typeface="Aptos"/>
              </a:defRPr>
            </a:lvl3pPr>
            <a:lvl4pPr algn="l">
              <a:buNone/>
              <a:defRPr sz="1125">
                <a:solidFill>
                  <a:srgbClr val="617586"/>
                </a:solidFill>
                <a:latin typeface="Aptos"/>
                <a:ea typeface="Aptos"/>
                <a:cs typeface="Aptos"/>
              </a:defRPr>
            </a:lvl4pPr>
            <a:lvl5pPr algn="l">
              <a:buNone/>
              <a:defRPr sz="1125">
                <a:solidFill>
                  <a:srgbClr val="617586"/>
                </a:solidFill>
                <a:latin typeface="Aptos"/>
                <a:ea typeface="Aptos"/>
                <a:cs typeface="Aptos"/>
              </a:defRPr>
            </a:lvl5pPr>
            <a:lvl6pPr algn="l">
              <a:buNone/>
              <a:defRPr sz="1125">
                <a:solidFill>
                  <a:srgbClr val="617586"/>
                </a:solidFill>
                <a:latin typeface="Aptos"/>
                <a:ea typeface="Aptos"/>
                <a:cs typeface="Aptos"/>
              </a:defRPr>
            </a:lvl6pPr>
            <a:lvl7pPr algn="l">
              <a:buNone/>
              <a:defRPr sz="1125">
                <a:solidFill>
                  <a:srgbClr val="617586"/>
                </a:solidFill>
                <a:latin typeface="Aptos"/>
                <a:ea typeface="Aptos"/>
                <a:cs typeface="Aptos"/>
              </a:defRPr>
            </a:lvl7pPr>
            <a:lvl8pPr algn="l">
              <a:buNone/>
              <a:defRPr sz="1125">
                <a:solidFill>
                  <a:srgbClr val="617586"/>
                </a:solidFill>
                <a:latin typeface="Aptos"/>
                <a:ea typeface="Aptos"/>
                <a:cs typeface="Aptos"/>
              </a:defRPr>
            </a:lvl8pPr>
            <a:lvl9pPr algn="l">
              <a:buNone/>
              <a:defRPr sz="1125">
                <a:solidFill>
                  <a:srgbClr val="617586"/>
                </a:solidFill>
                <a:latin typeface="Aptos"/>
                <a:ea typeface="Aptos"/>
                <a:cs typeface="Aptos"/>
              </a:defRPr>
            </a:lvl9pPr>
          </a:lstStyle>
          <a:p xmlns:a="http://schemas.openxmlformats.org/drawingml/2006/main">
            <a:pPr algn="l">
              <a:spcBef>
                <a:spcPts val="0"/>
              </a:spcBef>
              <a:spcAft>
                <a:spcPts val="0"/>
              </a:spcAft>
              <a:buNone/>
              <a:defRPr sz="1125">
                <a:solidFill>
                  <a:srgbClr val="617586"/>
                </a:solidFill>
                <a:latin typeface="Aptos"/>
                <a:ea typeface="Aptos"/>
                <a:cs typeface="Aptos"/>
              </a:defRPr>
            </a:pPr>
            <a:r>
              <a:rPr sz="1125" b="0" i="0">
                <a:solidFill>
                  <a:srgbClr val="617586"/>
                </a:solidFill>
                <a:latin typeface="Aptos"/>
                <a:ea typeface="Aptos"/>
                <a:cs typeface="Aptos"/>
              </a:rPr>
              <a:t>Simpan hasil berhasil dan lanjutkan melalui job berikutnya.</a:t>
            </a:r>
          </a:p>
        </p:txBody>
      </p:sp>
      <p:sp>
        <p:nvSpPr>
          <p:cNvPr id="25" name="Rounded Rectangle 24">
            <a:extLst xmlns:a="http://schemas.openxmlformats.org/drawingml/2006/main">
              <a:ext uri="{FF2B5EF4-FFF2-40B4-BE49-F238E27FC236}">
                <a16:creationId xmlns:a16="http://schemas.microsoft.com/office/drawing/2014/main" id="{D27D3AA2-DC90-4B3E-B0BA-4FA75D64424D}"/>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Rectangle 25">
            <a:extLst xmlns:a="http://schemas.openxmlformats.org/drawingml/2006/main">
              <a:ext uri="{FF2B5EF4-FFF2-40B4-BE49-F238E27FC236}">
                <a16:creationId xmlns:a16="http://schemas.microsoft.com/office/drawing/2014/main" id="{751080FF-5F92-4FBF-A2F2-B6E0CE3AC621}"/>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69042653-AEBA-4EFA-81DA-8BA4A0D11A14}"/>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Analysis membaca seluruh chunk terindeks pada artikel terpilih. Sistem menyimpan cakupan sumber dan checkpoint, lalu menggabungkan ringkasan secara bertahap.</a:t>
            </a:r>
          </a:p>
        </p:txBody>
      </p:sp>
      <p:sp>
        <p:nvSpPr>
          <p:cNvPr id="28" name="TextBox 27">
            <a:extLst xmlns:a="http://schemas.openxmlformats.org/drawingml/2006/main">
              <a:ext uri="{FF2B5EF4-FFF2-40B4-BE49-F238E27FC236}">
                <a16:creationId xmlns:a16="http://schemas.microsoft.com/office/drawing/2014/main" id="{89470715-BFD1-4308-9B3E-2BCCDE90C884}"/>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Batas konfigurasi maksimal 1.000 chunk. Abstract-only tetap ditandai. Full-text menyatakan cakupan teks, bukan ketepatan ilmiah.</a:t>
            </a:r>
          </a:p>
        </p:txBody>
      </p:sp>
      <p:sp>
        <p:nvSpPr>
          <p:cNvPr id="29" name="Connector 28">
            <a:extLst xmlns:a="http://schemas.openxmlformats.org/drawingml/2006/main">
              <a:ext uri="{FF2B5EF4-FFF2-40B4-BE49-F238E27FC236}">
                <a16:creationId xmlns:a16="http://schemas.microsoft.com/office/drawing/2014/main" id="{83ECEB65-1F68-401A-BCFC-C81C9C79828F}"/>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0" name="TextBox 29">
            <a:extLst xmlns:a="http://schemas.openxmlformats.org/drawingml/2006/main">
              <a:ext uri="{FF2B5EF4-FFF2-40B4-BE49-F238E27FC236}">
                <a16:creationId xmlns:a16="http://schemas.microsoft.com/office/drawing/2014/main" id="{2A35644A-7FC8-4194-8039-A3090564F12C}"/>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31" name="TextBox 30">
            <a:extLst xmlns:a="http://schemas.openxmlformats.org/drawingml/2006/main">
              <a:ext uri="{FF2B5EF4-FFF2-40B4-BE49-F238E27FC236}">
                <a16:creationId xmlns:a16="http://schemas.microsoft.com/office/drawing/2014/main" id="{173D2B5B-4A4A-4A84-9259-7526EAE5CB14}"/>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07 / 15</a:t>
            </a:r>
          </a:p>
        </p:txBody>
      </p:sp>
    </p:spTree>
    <p:extLst>
      <p:ext uri="{BB962C8B-B14F-4D97-AF65-F5344CB8AC3E}">
        <p14:creationId xmlns:p14="http://schemas.microsoft.com/office/powerpoint/2010/main" val="171997779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BD8E5B-8D47-478F-B0E6-21F7F23F9572}"/>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823B7E1E-199A-4AAE-BD9C-510B6D17ADB1}"/>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ALUR KERJA</a:t>
            </a:r>
          </a:p>
        </p:txBody>
      </p:sp>
      <p:sp>
        <p:nvSpPr>
          <p:cNvPr id="4" name="TextBox 3">
            <a:extLst xmlns:a="http://schemas.openxmlformats.org/drawingml/2006/main">
              <a:ext uri="{FF2B5EF4-FFF2-40B4-BE49-F238E27FC236}">
                <a16:creationId xmlns:a16="http://schemas.microsoft.com/office/drawing/2014/main" id="{8B6371E1-3AB8-40C9-AE17-A57157381AC9}"/>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Workflow dan keputusan pengguna</a:t>
            </a:r>
          </a:p>
        </p:txBody>
      </p:sp>
      <p:sp>
        <p:nvSpPr>
          <p:cNvPr id="5" name="Rectangle 4">
            <a:extLst xmlns:a="http://schemas.openxmlformats.org/drawingml/2006/main">
              <a:ext uri="{FF2B5EF4-FFF2-40B4-BE49-F238E27FC236}">
                <a16:creationId xmlns:a16="http://schemas.microsoft.com/office/drawing/2014/main" id="{E550CCBE-0EFB-4C99-BA28-377DA3EEF5AC}"/>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CC6538C3-0C2A-4A6B-B188-2B75C3C03FC8}"/>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5EB81218-28EA-485A-AEC0-B240312A8C33}"/>
              </a:ext>
            </a:extLst>
          </p:cNvPr>
          <p:cNvSpPr>
            <a:spLocks xmlns:a="http://schemas.openxmlformats.org/drawingml/2006/main" noGrp="1"/>
          </p:cNvSpPr>
          <p:nvPr/>
        </p:nvSpPr>
        <p:spPr>
          <a:xfrm xmlns:a="http://schemas.openxmlformats.org/drawingml/2006/main">
            <a:off x="704088" y="1874519"/>
            <a:ext cx="1627632" cy="1444752"/>
          </a:xfrm>
          <a:prstGeom xmlns:a="http://schemas.openxmlformats.org/drawingml/2006/main" prst="roundRect">
            <a:avLst>
              <a:gd name="adj" fmla="val 79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Oval 7">
            <a:extLst xmlns:a="http://schemas.openxmlformats.org/drawingml/2006/main">
              <a:ext uri="{FF2B5EF4-FFF2-40B4-BE49-F238E27FC236}">
                <a16:creationId xmlns:a16="http://schemas.microsoft.com/office/drawing/2014/main" id="{C608FBE4-1E9D-4381-9C1C-A11F2087639C}"/>
              </a:ext>
            </a:extLst>
          </p:cNvPr>
          <p:cNvSpPr>
            <a:spLocks xmlns:a="http://schemas.openxmlformats.org/drawingml/2006/main" noGrp="1"/>
          </p:cNvSpPr>
          <p:nvPr/>
        </p:nvSpPr>
        <p:spPr>
          <a:xfrm xmlns:a="http://schemas.openxmlformats.org/drawingml/2006/main">
            <a:off x="1234440" y="2057400"/>
            <a:ext cx="566928" cy="566928"/>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73B86A10-F71F-4915-85B6-FB61F8E55606}"/>
              </a:ext>
            </a:extLst>
          </p:cNvPr>
          <p:cNvSpPr>
            <a:spLocks xmlns:a="http://schemas.openxmlformats.org/drawingml/2006/main" noGrp="1"/>
          </p:cNvSpPr>
          <p:nvPr/>
        </p:nvSpPr>
        <p:spPr>
          <a:xfrm xmlns:a="http://schemas.openxmlformats.org/drawingml/2006/main">
            <a:off x="1234440" y="2057400"/>
            <a:ext cx="566928" cy="56692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200" b="1" i="0">
                <a:solidFill>
                  <a:srgbClr val="08776F"/>
                </a:solidFill>
                <a:latin typeface="Aptos"/>
                <a:ea typeface="Aptos"/>
                <a:cs typeface="Aptos"/>
              </a:rPr>
              <a:t>01</a:t>
            </a:r>
          </a:p>
        </p:txBody>
      </p:sp>
      <p:sp>
        <p:nvSpPr>
          <p:cNvPr id="10" name="TextBox 9">
            <a:extLst xmlns:a="http://schemas.openxmlformats.org/drawingml/2006/main">
              <a:ext uri="{FF2B5EF4-FFF2-40B4-BE49-F238E27FC236}">
                <a16:creationId xmlns:a16="http://schemas.microsoft.com/office/drawing/2014/main" id="{C47FAB5C-8857-4FA2-AE4F-EEEF9D45B359}"/>
              </a:ext>
            </a:extLst>
          </p:cNvPr>
          <p:cNvSpPr>
            <a:spLocks xmlns:a="http://schemas.openxmlformats.org/drawingml/2006/main" noGrp="1"/>
          </p:cNvSpPr>
          <p:nvPr/>
        </p:nvSpPr>
        <p:spPr>
          <a:xfrm xmlns:a="http://schemas.openxmlformats.org/drawingml/2006/main">
            <a:off x="795528" y="2697479"/>
            <a:ext cx="1444752"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Rencana</a:t>
            </a:r>
          </a:p>
        </p:txBody>
      </p:sp>
      <p:sp>
        <p:nvSpPr>
          <p:cNvPr id="11" name="TextBox 10">
            <a:extLst xmlns:a="http://schemas.openxmlformats.org/drawingml/2006/main">
              <a:ext uri="{FF2B5EF4-FFF2-40B4-BE49-F238E27FC236}">
                <a16:creationId xmlns:a16="http://schemas.microsoft.com/office/drawing/2014/main" id="{A8BCE5DF-6E08-4DE2-A137-86B1EBF9096C}"/>
              </a:ext>
            </a:extLst>
          </p:cNvPr>
          <p:cNvSpPr>
            <a:spLocks xmlns:a="http://schemas.openxmlformats.org/drawingml/2006/main" noGrp="1"/>
          </p:cNvSpPr>
          <p:nvPr/>
        </p:nvSpPr>
        <p:spPr>
          <a:xfrm xmlns:a="http://schemas.openxmlformats.org/drawingml/2006/main">
            <a:off x="813816" y="2971800"/>
            <a:ext cx="1408176" cy="18181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13">
                <a:solidFill>
                  <a:srgbClr val="617586"/>
                </a:solidFill>
                <a:latin typeface="Aptos"/>
                <a:ea typeface="Aptos"/>
                <a:cs typeface="Aptos"/>
              </a:defRPr>
            </a:defPPr>
            <a:lvl1pPr algn="ctr">
              <a:buNone/>
              <a:defRPr sz="1013">
                <a:solidFill>
                  <a:srgbClr val="617586"/>
                </a:solidFill>
                <a:latin typeface="Aptos"/>
                <a:ea typeface="Aptos"/>
                <a:cs typeface="Aptos"/>
              </a:defRPr>
            </a:lvl1pPr>
            <a:lvl2pPr algn="ctr">
              <a:buNone/>
              <a:defRPr sz="1013">
                <a:solidFill>
                  <a:srgbClr val="617586"/>
                </a:solidFill>
                <a:latin typeface="Aptos"/>
                <a:ea typeface="Aptos"/>
                <a:cs typeface="Aptos"/>
              </a:defRPr>
            </a:lvl2pPr>
            <a:lvl3pPr algn="ctr">
              <a:buNone/>
              <a:defRPr sz="1013">
                <a:solidFill>
                  <a:srgbClr val="617586"/>
                </a:solidFill>
                <a:latin typeface="Aptos"/>
                <a:ea typeface="Aptos"/>
                <a:cs typeface="Aptos"/>
              </a:defRPr>
            </a:lvl3pPr>
            <a:lvl4pPr algn="ctr">
              <a:buNone/>
              <a:defRPr sz="1013">
                <a:solidFill>
                  <a:srgbClr val="617586"/>
                </a:solidFill>
                <a:latin typeface="Aptos"/>
                <a:ea typeface="Aptos"/>
                <a:cs typeface="Aptos"/>
              </a:defRPr>
            </a:lvl4pPr>
            <a:lvl5pPr algn="ctr">
              <a:buNone/>
              <a:defRPr sz="1013">
                <a:solidFill>
                  <a:srgbClr val="617586"/>
                </a:solidFill>
                <a:latin typeface="Aptos"/>
                <a:ea typeface="Aptos"/>
                <a:cs typeface="Aptos"/>
              </a:defRPr>
            </a:lvl5pPr>
            <a:lvl6pPr algn="ctr">
              <a:buNone/>
              <a:defRPr sz="1013">
                <a:solidFill>
                  <a:srgbClr val="617586"/>
                </a:solidFill>
                <a:latin typeface="Aptos"/>
                <a:ea typeface="Aptos"/>
                <a:cs typeface="Aptos"/>
              </a:defRPr>
            </a:lvl6pPr>
            <a:lvl7pPr algn="ctr">
              <a:buNone/>
              <a:defRPr sz="1013">
                <a:solidFill>
                  <a:srgbClr val="617586"/>
                </a:solidFill>
                <a:latin typeface="Aptos"/>
                <a:ea typeface="Aptos"/>
                <a:cs typeface="Aptos"/>
              </a:defRPr>
            </a:lvl7pPr>
            <a:lvl8pPr algn="ctr">
              <a:buNone/>
              <a:defRPr sz="1013">
                <a:solidFill>
                  <a:srgbClr val="617586"/>
                </a:solidFill>
                <a:latin typeface="Aptos"/>
                <a:ea typeface="Aptos"/>
                <a:cs typeface="Aptos"/>
              </a:defRPr>
            </a:lvl8pPr>
            <a:lvl9pPr algn="ctr">
              <a:buNone/>
              <a:defRPr sz="1013">
                <a:solidFill>
                  <a:srgbClr val="617586"/>
                </a:solidFill>
                <a:latin typeface="Aptos"/>
                <a:ea typeface="Aptos"/>
                <a:cs typeface="Aptos"/>
              </a:defRPr>
            </a:lvl9pPr>
          </a:lstStyle>
          <a:p xmlns:a="http://schemas.openxmlformats.org/drawingml/2006/main">
            <a:pPr algn="ctr">
              <a:spcBef>
                <a:spcPts val="0"/>
              </a:spcBef>
              <a:spcAft>
                <a:spcPts val="0"/>
              </a:spcAft>
              <a:buNone/>
              <a:defRPr sz="1013">
                <a:solidFill>
                  <a:srgbClr val="617586"/>
                </a:solidFill>
                <a:latin typeface="Aptos"/>
                <a:ea typeface="Aptos"/>
                <a:cs typeface="Aptos"/>
              </a:defRPr>
            </a:pPr>
            <a:r>
              <a:rPr sz="1013" b="0" i="0">
                <a:solidFill>
                  <a:srgbClr val="617586"/>
                </a:solidFill>
                <a:latin typeface="Aptos"/>
                <a:ea typeface="Aptos"/>
                <a:cs typeface="Aptos"/>
              </a:rPr>
              <a:t>Planner + Discovery</a:t>
            </a:r>
          </a:p>
        </p:txBody>
      </p:sp>
      <p:sp>
        <p:nvSpPr>
          <p:cNvPr id="12" name="TextBox 11">
            <a:extLst xmlns:a="http://schemas.openxmlformats.org/drawingml/2006/main">
              <a:ext uri="{FF2B5EF4-FFF2-40B4-BE49-F238E27FC236}">
                <a16:creationId xmlns:a16="http://schemas.microsoft.com/office/drawing/2014/main" id="{27DC2DD6-1161-486E-8BEC-2783FBE955A0}"/>
              </a:ext>
            </a:extLst>
          </p:cNvPr>
          <p:cNvSpPr>
            <a:spLocks xmlns:a="http://schemas.openxmlformats.org/drawingml/2006/main" noGrp="1"/>
          </p:cNvSpPr>
          <p:nvPr/>
        </p:nvSpPr>
        <p:spPr>
          <a:xfrm xmlns:a="http://schemas.openxmlformats.org/drawingml/2006/main">
            <a:off x="2327148" y="2331720"/>
            <a:ext cx="219456" cy="41148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2200" b="1" i="0">
                <a:solidFill>
                  <a:srgbClr val="0F9D91"/>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444BDB2A-96B0-47E9-A173-3E1F7CDC8B6F}"/>
              </a:ext>
            </a:extLst>
          </p:cNvPr>
          <p:cNvSpPr>
            <a:spLocks xmlns:a="http://schemas.openxmlformats.org/drawingml/2006/main" noGrp="1"/>
          </p:cNvSpPr>
          <p:nvPr/>
        </p:nvSpPr>
        <p:spPr>
          <a:xfrm xmlns:a="http://schemas.openxmlformats.org/drawingml/2006/main">
            <a:off x="2532888" y="1874519"/>
            <a:ext cx="1627632" cy="1444752"/>
          </a:xfrm>
          <a:prstGeom xmlns:a="http://schemas.openxmlformats.org/drawingml/2006/main" prst="roundRect">
            <a:avLst>
              <a:gd name="adj" fmla="val 79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Oval 13">
            <a:extLst xmlns:a="http://schemas.openxmlformats.org/drawingml/2006/main">
              <a:ext uri="{FF2B5EF4-FFF2-40B4-BE49-F238E27FC236}">
                <a16:creationId xmlns:a16="http://schemas.microsoft.com/office/drawing/2014/main" id="{FB8C8583-F423-42AE-9B25-EBE1DC3AD336}"/>
              </a:ext>
            </a:extLst>
          </p:cNvPr>
          <p:cNvSpPr>
            <a:spLocks xmlns:a="http://schemas.openxmlformats.org/drawingml/2006/main" noGrp="1"/>
          </p:cNvSpPr>
          <p:nvPr/>
        </p:nvSpPr>
        <p:spPr>
          <a:xfrm xmlns:a="http://schemas.openxmlformats.org/drawingml/2006/main">
            <a:off x="3063240" y="2057400"/>
            <a:ext cx="566928" cy="566928"/>
          </a:xfrm>
          <a:prstGeom xmlns:a="http://schemas.openxmlformats.org/drawingml/2006/main" prst="ellipse">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A67459E9-FEA8-4E58-86CE-3A22609F00E1}"/>
              </a:ext>
            </a:extLst>
          </p:cNvPr>
          <p:cNvSpPr>
            <a:spLocks xmlns:a="http://schemas.openxmlformats.org/drawingml/2006/main" noGrp="1"/>
          </p:cNvSpPr>
          <p:nvPr/>
        </p:nvSpPr>
        <p:spPr>
          <a:xfrm xmlns:a="http://schemas.openxmlformats.org/drawingml/2006/main">
            <a:off x="3063240" y="2057400"/>
            <a:ext cx="566928" cy="56692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200" b="1" i="0">
                <a:solidFill>
                  <a:srgbClr val="FFFFFF"/>
                </a:solidFill>
                <a:latin typeface="Aptos"/>
                <a:ea typeface="Aptos"/>
                <a:cs typeface="Aptos"/>
              </a:rPr>
              <a:t>02</a:t>
            </a:r>
          </a:p>
        </p:txBody>
      </p:sp>
      <p:sp>
        <p:nvSpPr>
          <p:cNvPr id="16" name="TextBox 15">
            <a:extLst xmlns:a="http://schemas.openxmlformats.org/drawingml/2006/main">
              <a:ext uri="{FF2B5EF4-FFF2-40B4-BE49-F238E27FC236}">
                <a16:creationId xmlns:a16="http://schemas.microsoft.com/office/drawing/2014/main" id="{8B294C72-B22E-4393-B755-DD41DBE3BBC2}"/>
              </a:ext>
            </a:extLst>
          </p:cNvPr>
          <p:cNvSpPr>
            <a:spLocks xmlns:a="http://schemas.openxmlformats.org/drawingml/2006/main" noGrp="1"/>
          </p:cNvSpPr>
          <p:nvPr/>
        </p:nvSpPr>
        <p:spPr>
          <a:xfrm xmlns:a="http://schemas.openxmlformats.org/drawingml/2006/main">
            <a:off x="2624328" y="2697479"/>
            <a:ext cx="1444752"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Pilih artikel</a:t>
            </a:r>
          </a:p>
        </p:txBody>
      </p:sp>
      <p:sp>
        <p:nvSpPr>
          <p:cNvPr id="17" name="TextBox 16">
            <a:extLst xmlns:a="http://schemas.openxmlformats.org/drawingml/2006/main">
              <a:ext uri="{FF2B5EF4-FFF2-40B4-BE49-F238E27FC236}">
                <a16:creationId xmlns:a16="http://schemas.microsoft.com/office/drawing/2014/main" id="{510A344C-1763-4762-AB24-9260D9426084}"/>
              </a:ext>
            </a:extLst>
          </p:cNvPr>
          <p:cNvSpPr>
            <a:spLocks xmlns:a="http://schemas.openxmlformats.org/drawingml/2006/main" noGrp="1"/>
          </p:cNvSpPr>
          <p:nvPr/>
        </p:nvSpPr>
        <p:spPr>
          <a:xfrm xmlns:a="http://schemas.openxmlformats.org/drawingml/2006/main">
            <a:off x="2642616" y="2971800"/>
            <a:ext cx="1408176" cy="17830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990">
                <a:solidFill>
                  <a:srgbClr val="617586"/>
                </a:solidFill>
                <a:latin typeface="Aptos"/>
                <a:ea typeface="Aptos"/>
                <a:cs typeface="Aptos"/>
              </a:defRPr>
            </a:defPPr>
            <a:lvl1pPr algn="ctr">
              <a:buNone/>
              <a:defRPr sz="990">
                <a:solidFill>
                  <a:srgbClr val="617586"/>
                </a:solidFill>
                <a:latin typeface="Aptos"/>
                <a:ea typeface="Aptos"/>
                <a:cs typeface="Aptos"/>
              </a:defRPr>
            </a:lvl1pPr>
            <a:lvl2pPr algn="ctr">
              <a:buNone/>
              <a:defRPr sz="990">
                <a:solidFill>
                  <a:srgbClr val="617586"/>
                </a:solidFill>
                <a:latin typeface="Aptos"/>
                <a:ea typeface="Aptos"/>
                <a:cs typeface="Aptos"/>
              </a:defRPr>
            </a:lvl2pPr>
            <a:lvl3pPr algn="ctr">
              <a:buNone/>
              <a:defRPr sz="990">
                <a:solidFill>
                  <a:srgbClr val="617586"/>
                </a:solidFill>
                <a:latin typeface="Aptos"/>
                <a:ea typeface="Aptos"/>
                <a:cs typeface="Aptos"/>
              </a:defRPr>
            </a:lvl3pPr>
            <a:lvl4pPr algn="ctr">
              <a:buNone/>
              <a:defRPr sz="990">
                <a:solidFill>
                  <a:srgbClr val="617586"/>
                </a:solidFill>
                <a:latin typeface="Aptos"/>
                <a:ea typeface="Aptos"/>
                <a:cs typeface="Aptos"/>
              </a:defRPr>
            </a:lvl4pPr>
            <a:lvl5pPr algn="ctr">
              <a:buNone/>
              <a:defRPr sz="990">
                <a:solidFill>
                  <a:srgbClr val="617586"/>
                </a:solidFill>
                <a:latin typeface="Aptos"/>
                <a:ea typeface="Aptos"/>
                <a:cs typeface="Aptos"/>
              </a:defRPr>
            </a:lvl5pPr>
            <a:lvl6pPr algn="ctr">
              <a:buNone/>
              <a:defRPr sz="990">
                <a:solidFill>
                  <a:srgbClr val="617586"/>
                </a:solidFill>
                <a:latin typeface="Aptos"/>
                <a:ea typeface="Aptos"/>
                <a:cs typeface="Aptos"/>
              </a:defRPr>
            </a:lvl6pPr>
            <a:lvl7pPr algn="ctr">
              <a:buNone/>
              <a:defRPr sz="990">
                <a:solidFill>
                  <a:srgbClr val="617586"/>
                </a:solidFill>
                <a:latin typeface="Aptos"/>
                <a:ea typeface="Aptos"/>
                <a:cs typeface="Aptos"/>
              </a:defRPr>
            </a:lvl7pPr>
            <a:lvl8pPr algn="ctr">
              <a:buNone/>
              <a:defRPr sz="990">
                <a:solidFill>
                  <a:srgbClr val="617586"/>
                </a:solidFill>
                <a:latin typeface="Aptos"/>
                <a:ea typeface="Aptos"/>
                <a:cs typeface="Aptos"/>
              </a:defRPr>
            </a:lvl8pPr>
            <a:lvl9pPr algn="ctr">
              <a:buNone/>
              <a:defRPr sz="990">
                <a:solidFill>
                  <a:srgbClr val="617586"/>
                </a:solidFill>
                <a:latin typeface="Aptos"/>
                <a:ea typeface="Aptos"/>
                <a:cs typeface="Aptos"/>
              </a:defRPr>
            </a:lvl9pPr>
          </a:lstStyle>
          <a:p xmlns:a="http://schemas.openxmlformats.org/drawingml/2006/main">
            <a:pPr algn="ctr">
              <a:spcBef>
                <a:spcPts val="0"/>
              </a:spcBef>
              <a:spcAft>
                <a:spcPts val="0"/>
              </a:spcAft>
              <a:buNone/>
              <a:defRPr sz="990">
                <a:solidFill>
                  <a:srgbClr val="617586"/>
                </a:solidFill>
                <a:latin typeface="Aptos"/>
                <a:ea typeface="Aptos"/>
                <a:cs typeface="Aptos"/>
              </a:defRPr>
            </a:pPr>
            <a:r>
              <a:rPr sz="990" b="0" i="0">
                <a:solidFill>
                  <a:srgbClr val="617586"/>
                </a:solidFill>
                <a:latin typeface="Aptos"/>
                <a:ea typeface="Aptos"/>
                <a:cs typeface="Aptos"/>
              </a:rPr>
              <a:t>Keputusan pengguna</a:t>
            </a:r>
          </a:p>
        </p:txBody>
      </p:sp>
      <p:sp>
        <p:nvSpPr>
          <p:cNvPr id="18" name="TextBox 17">
            <a:extLst xmlns:a="http://schemas.openxmlformats.org/drawingml/2006/main">
              <a:ext uri="{FF2B5EF4-FFF2-40B4-BE49-F238E27FC236}">
                <a16:creationId xmlns:a16="http://schemas.microsoft.com/office/drawing/2014/main" id="{899016FD-12B2-4777-B039-CD35D211E910}"/>
              </a:ext>
            </a:extLst>
          </p:cNvPr>
          <p:cNvSpPr>
            <a:spLocks xmlns:a="http://schemas.openxmlformats.org/drawingml/2006/main" noGrp="1"/>
          </p:cNvSpPr>
          <p:nvPr/>
        </p:nvSpPr>
        <p:spPr>
          <a:xfrm xmlns:a="http://schemas.openxmlformats.org/drawingml/2006/main">
            <a:off x="4155948" y="2331720"/>
            <a:ext cx="219456" cy="41148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2200" b="1" i="0">
                <a:solidFill>
                  <a:srgbClr val="0F9D91"/>
                </a:solidFill>
                <a:latin typeface="Aptos"/>
                <a:ea typeface="Aptos"/>
                <a:cs typeface="Aptos"/>
              </a:rPr>
              <a:t>›</a:t>
            </a:r>
          </a:p>
        </p:txBody>
      </p:sp>
      <p:sp>
        <p:nvSpPr>
          <p:cNvPr id="19" name="Rounded Rectangle 18">
            <a:extLst xmlns:a="http://schemas.openxmlformats.org/drawingml/2006/main">
              <a:ext uri="{FF2B5EF4-FFF2-40B4-BE49-F238E27FC236}">
                <a16:creationId xmlns:a16="http://schemas.microsoft.com/office/drawing/2014/main" id="{8E06CE7A-9C77-4BBA-9CAF-D130F28ACA37}"/>
              </a:ext>
            </a:extLst>
          </p:cNvPr>
          <p:cNvSpPr>
            <a:spLocks xmlns:a="http://schemas.openxmlformats.org/drawingml/2006/main" noGrp="1"/>
          </p:cNvSpPr>
          <p:nvPr/>
        </p:nvSpPr>
        <p:spPr>
          <a:xfrm xmlns:a="http://schemas.openxmlformats.org/drawingml/2006/main">
            <a:off x="4361688" y="1874519"/>
            <a:ext cx="1627632" cy="1444752"/>
          </a:xfrm>
          <a:prstGeom xmlns:a="http://schemas.openxmlformats.org/drawingml/2006/main" prst="roundRect">
            <a:avLst>
              <a:gd name="adj" fmla="val 79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EED08CC0-CA6C-4125-B196-EE8B86E855FC}"/>
              </a:ext>
            </a:extLst>
          </p:cNvPr>
          <p:cNvSpPr>
            <a:spLocks xmlns:a="http://schemas.openxmlformats.org/drawingml/2006/main" noGrp="1"/>
          </p:cNvSpPr>
          <p:nvPr/>
        </p:nvSpPr>
        <p:spPr>
          <a:xfrm xmlns:a="http://schemas.openxmlformats.org/drawingml/2006/main">
            <a:off x="4892040" y="2057400"/>
            <a:ext cx="566928" cy="566928"/>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48C54D0D-8C63-4542-A7A8-794BDAD3ED79}"/>
              </a:ext>
            </a:extLst>
          </p:cNvPr>
          <p:cNvSpPr>
            <a:spLocks xmlns:a="http://schemas.openxmlformats.org/drawingml/2006/main" noGrp="1"/>
          </p:cNvSpPr>
          <p:nvPr/>
        </p:nvSpPr>
        <p:spPr>
          <a:xfrm xmlns:a="http://schemas.openxmlformats.org/drawingml/2006/main">
            <a:off x="4892040" y="2057400"/>
            <a:ext cx="566928" cy="56692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200" b="1" i="0">
                <a:solidFill>
                  <a:srgbClr val="08776F"/>
                </a:solidFill>
                <a:latin typeface="Aptos"/>
                <a:ea typeface="Aptos"/>
                <a:cs typeface="Aptos"/>
              </a:rPr>
              <a:t>03</a:t>
            </a:r>
          </a:p>
        </p:txBody>
      </p:sp>
      <p:sp>
        <p:nvSpPr>
          <p:cNvPr id="22" name="TextBox 21">
            <a:extLst xmlns:a="http://schemas.openxmlformats.org/drawingml/2006/main">
              <a:ext uri="{FF2B5EF4-FFF2-40B4-BE49-F238E27FC236}">
                <a16:creationId xmlns:a16="http://schemas.microsoft.com/office/drawing/2014/main" id="{0F6A3C7B-0C0F-4763-8D44-C9450C9BE3E4}"/>
              </a:ext>
            </a:extLst>
          </p:cNvPr>
          <p:cNvSpPr>
            <a:spLocks xmlns:a="http://schemas.openxmlformats.org/drawingml/2006/main" noGrp="1"/>
          </p:cNvSpPr>
          <p:nvPr/>
        </p:nvSpPr>
        <p:spPr>
          <a:xfrm xmlns:a="http://schemas.openxmlformats.org/drawingml/2006/main">
            <a:off x="4453127" y="2697479"/>
            <a:ext cx="1444752"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Analisis</a:t>
            </a:r>
          </a:p>
        </p:txBody>
      </p:sp>
      <p:sp>
        <p:nvSpPr>
          <p:cNvPr id="23" name="TextBox 22">
            <a:extLst xmlns:a="http://schemas.openxmlformats.org/drawingml/2006/main">
              <a:ext uri="{FF2B5EF4-FFF2-40B4-BE49-F238E27FC236}">
                <a16:creationId xmlns:a16="http://schemas.microsoft.com/office/drawing/2014/main" id="{3A8668C8-F73D-4F54-B2F4-03ECB0619C0D}"/>
              </a:ext>
            </a:extLst>
          </p:cNvPr>
          <p:cNvSpPr>
            <a:spLocks xmlns:a="http://schemas.openxmlformats.org/drawingml/2006/main" noGrp="1"/>
          </p:cNvSpPr>
          <p:nvPr/>
        </p:nvSpPr>
        <p:spPr>
          <a:xfrm xmlns:a="http://schemas.openxmlformats.org/drawingml/2006/main">
            <a:off x="4471416" y="2971800"/>
            <a:ext cx="1408176" cy="17830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990">
                <a:solidFill>
                  <a:srgbClr val="617586"/>
                </a:solidFill>
                <a:latin typeface="Aptos"/>
                <a:ea typeface="Aptos"/>
                <a:cs typeface="Aptos"/>
              </a:defRPr>
            </a:defPPr>
            <a:lvl1pPr algn="ctr">
              <a:buNone/>
              <a:defRPr sz="990">
                <a:solidFill>
                  <a:srgbClr val="617586"/>
                </a:solidFill>
                <a:latin typeface="Aptos"/>
                <a:ea typeface="Aptos"/>
                <a:cs typeface="Aptos"/>
              </a:defRPr>
            </a:lvl1pPr>
            <a:lvl2pPr algn="ctr">
              <a:buNone/>
              <a:defRPr sz="990">
                <a:solidFill>
                  <a:srgbClr val="617586"/>
                </a:solidFill>
                <a:latin typeface="Aptos"/>
                <a:ea typeface="Aptos"/>
                <a:cs typeface="Aptos"/>
              </a:defRPr>
            </a:lvl2pPr>
            <a:lvl3pPr algn="ctr">
              <a:buNone/>
              <a:defRPr sz="990">
                <a:solidFill>
                  <a:srgbClr val="617586"/>
                </a:solidFill>
                <a:latin typeface="Aptos"/>
                <a:ea typeface="Aptos"/>
                <a:cs typeface="Aptos"/>
              </a:defRPr>
            </a:lvl3pPr>
            <a:lvl4pPr algn="ctr">
              <a:buNone/>
              <a:defRPr sz="990">
                <a:solidFill>
                  <a:srgbClr val="617586"/>
                </a:solidFill>
                <a:latin typeface="Aptos"/>
                <a:ea typeface="Aptos"/>
                <a:cs typeface="Aptos"/>
              </a:defRPr>
            </a:lvl4pPr>
            <a:lvl5pPr algn="ctr">
              <a:buNone/>
              <a:defRPr sz="990">
                <a:solidFill>
                  <a:srgbClr val="617586"/>
                </a:solidFill>
                <a:latin typeface="Aptos"/>
                <a:ea typeface="Aptos"/>
                <a:cs typeface="Aptos"/>
              </a:defRPr>
            </a:lvl5pPr>
            <a:lvl6pPr algn="ctr">
              <a:buNone/>
              <a:defRPr sz="990">
                <a:solidFill>
                  <a:srgbClr val="617586"/>
                </a:solidFill>
                <a:latin typeface="Aptos"/>
                <a:ea typeface="Aptos"/>
                <a:cs typeface="Aptos"/>
              </a:defRPr>
            </a:lvl6pPr>
            <a:lvl7pPr algn="ctr">
              <a:buNone/>
              <a:defRPr sz="990">
                <a:solidFill>
                  <a:srgbClr val="617586"/>
                </a:solidFill>
                <a:latin typeface="Aptos"/>
                <a:ea typeface="Aptos"/>
                <a:cs typeface="Aptos"/>
              </a:defRPr>
            </a:lvl7pPr>
            <a:lvl8pPr algn="ctr">
              <a:buNone/>
              <a:defRPr sz="990">
                <a:solidFill>
                  <a:srgbClr val="617586"/>
                </a:solidFill>
                <a:latin typeface="Aptos"/>
                <a:ea typeface="Aptos"/>
                <a:cs typeface="Aptos"/>
              </a:defRPr>
            </a:lvl8pPr>
            <a:lvl9pPr algn="ctr">
              <a:buNone/>
              <a:defRPr sz="990">
                <a:solidFill>
                  <a:srgbClr val="617586"/>
                </a:solidFill>
                <a:latin typeface="Aptos"/>
                <a:ea typeface="Aptos"/>
                <a:cs typeface="Aptos"/>
              </a:defRPr>
            </a:lvl9pPr>
          </a:lstStyle>
          <a:p xmlns:a="http://schemas.openxmlformats.org/drawingml/2006/main">
            <a:pPr algn="ctr">
              <a:spcBef>
                <a:spcPts val="0"/>
              </a:spcBef>
              <a:spcAft>
                <a:spcPts val="0"/>
              </a:spcAft>
              <a:buNone/>
              <a:defRPr sz="990">
                <a:solidFill>
                  <a:srgbClr val="617586"/>
                </a:solidFill>
                <a:latin typeface="Aptos"/>
                <a:ea typeface="Aptos"/>
                <a:cs typeface="Aptos"/>
              </a:defRPr>
            </a:pPr>
            <a:r>
              <a:rPr sz="990" b="0" i="0">
                <a:solidFill>
                  <a:srgbClr val="617586"/>
                </a:solidFill>
                <a:latin typeface="Aptos"/>
                <a:ea typeface="Aptos"/>
                <a:cs typeface="Aptos"/>
              </a:rPr>
              <a:t>Analisis, sintesis, celah</a:t>
            </a:r>
          </a:p>
        </p:txBody>
      </p:sp>
      <p:sp>
        <p:nvSpPr>
          <p:cNvPr id="24" name="TextBox 23">
            <a:extLst xmlns:a="http://schemas.openxmlformats.org/drawingml/2006/main">
              <a:ext uri="{FF2B5EF4-FFF2-40B4-BE49-F238E27FC236}">
                <a16:creationId xmlns:a16="http://schemas.microsoft.com/office/drawing/2014/main" id="{5B1AE5D6-615E-4A6C-BD12-B5438FEF470B}"/>
              </a:ext>
            </a:extLst>
          </p:cNvPr>
          <p:cNvSpPr>
            <a:spLocks xmlns:a="http://schemas.openxmlformats.org/drawingml/2006/main" noGrp="1"/>
          </p:cNvSpPr>
          <p:nvPr/>
        </p:nvSpPr>
        <p:spPr>
          <a:xfrm xmlns:a="http://schemas.openxmlformats.org/drawingml/2006/main">
            <a:off x="5984748" y="2331720"/>
            <a:ext cx="219456" cy="41148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2200" b="1" i="0">
                <a:solidFill>
                  <a:srgbClr val="0F9D91"/>
                </a:solidFill>
                <a:latin typeface="Aptos"/>
                <a:ea typeface="Aptos"/>
                <a:cs typeface="Aptos"/>
              </a:rPr>
              <a:t>›</a:t>
            </a:r>
          </a:p>
        </p:txBody>
      </p:sp>
      <p:sp>
        <p:nvSpPr>
          <p:cNvPr id="25" name="Rounded Rectangle 24">
            <a:extLst xmlns:a="http://schemas.openxmlformats.org/drawingml/2006/main">
              <a:ext uri="{FF2B5EF4-FFF2-40B4-BE49-F238E27FC236}">
                <a16:creationId xmlns:a16="http://schemas.microsoft.com/office/drawing/2014/main" id="{C8F00396-4F4E-4349-B384-25A7C5AC8101}"/>
              </a:ext>
            </a:extLst>
          </p:cNvPr>
          <p:cNvSpPr>
            <a:spLocks xmlns:a="http://schemas.openxmlformats.org/drawingml/2006/main" noGrp="1"/>
          </p:cNvSpPr>
          <p:nvPr/>
        </p:nvSpPr>
        <p:spPr>
          <a:xfrm xmlns:a="http://schemas.openxmlformats.org/drawingml/2006/main">
            <a:off x="6190488" y="1874519"/>
            <a:ext cx="1627632" cy="1444752"/>
          </a:xfrm>
          <a:prstGeom xmlns:a="http://schemas.openxmlformats.org/drawingml/2006/main" prst="roundRect">
            <a:avLst>
              <a:gd name="adj" fmla="val 79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Oval 25">
            <a:extLst xmlns:a="http://schemas.openxmlformats.org/drawingml/2006/main">
              <a:ext uri="{FF2B5EF4-FFF2-40B4-BE49-F238E27FC236}">
                <a16:creationId xmlns:a16="http://schemas.microsoft.com/office/drawing/2014/main" id="{3A512544-904F-4B0E-A726-0BB69FDEE54A}"/>
              </a:ext>
            </a:extLst>
          </p:cNvPr>
          <p:cNvSpPr>
            <a:spLocks xmlns:a="http://schemas.openxmlformats.org/drawingml/2006/main" noGrp="1"/>
          </p:cNvSpPr>
          <p:nvPr/>
        </p:nvSpPr>
        <p:spPr>
          <a:xfrm xmlns:a="http://schemas.openxmlformats.org/drawingml/2006/main">
            <a:off x="6720840" y="2057400"/>
            <a:ext cx="566928" cy="566928"/>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713A9E54-4EC8-4FB1-9FDC-74C0DC2F77C4}"/>
              </a:ext>
            </a:extLst>
          </p:cNvPr>
          <p:cNvSpPr>
            <a:spLocks xmlns:a="http://schemas.openxmlformats.org/drawingml/2006/main" noGrp="1"/>
          </p:cNvSpPr>
          <p:nvPr/>
        </p:nvSpPr>
        <p:spPr>
          <a:xfrm xmlns:a="http://schemas.openxmlformats.org/drawingml/2006/main">
            <a:off x="6720840" y="2057400"/>
            <a:ext cx="566928" cy="56692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200" b="1" i="0">
                <a:solidFill>
                  <a:srgbClr val="08776F"/>
                </a:solidFill>
                <a:latin typeface="Aptos"/>
                <a:ea typeface="Aptos"/>
                <a:cs typeface="Aptos"/>
              </a:rPr>
              <a:t>04</a:t>
            </a:r>
          </a:p>
        </p:txBody>
      </p:sp>
      <p:sp>
        <p:nvSpPr>
          <p:cNvPr id="28" name="TextBox 27">
            <a:extLst xmlns:a="http://schemas.openxmlformats.org/drawingml/2006/main">
              <a:ext uri="{FF2B5EF4-FFF2-40B4-BE49-F238E27FC236}">
                <a16:creationId xmlns:a16="http://schemas.microsoft.com/office/drawing/2014/main" id="{7344EE17-F524-4101-ABD7-74D31806CC31}"/>
              </a:ext>
            </a:extLst>
          </p:cNvPr>
          <p:cNvSpPr>
            <a:spLocks xmlns:a="http://schemas.openxmlformats.org/drawingml/2006/main" noGrp="1"/>
          </p:cNvSpPr>
          <p:nvPr/>
        </p:nvSpPr>
        <p:spPr>
          <a:xfrm xmlns:a="http://schemas.openxmlformats.org/drawingml/2006/main">
            <a:off x="6281927" y="2697479"/>
            <a:ext cx="1444752"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Verifikasi</a:t>
            </a:r>
          </a:p>
        </p:txBody>
      </p:sp>
      <p:sp>
        <p:nvSpPr>
          <p:cNvPr id="29" name="TextBox 28">
            <a:extLst xmlns:a="http://schemas.openxmlformats.org/drawingml/2006/main">
              <a:ext uri="{FF2B5EF4-FFF2-40B4-BE49-F238E27FC236}">
                <a16:creationId xmlns:a16="http://schemas.microsoft.com/office/drawing/2014/main" id="{BC89E16F-97EC-4972-A070-F7D3300843D1}"/>
              </a:ext>
            </a:extLst>
          </p:cNvPr>
          <p:cNvSpPr>
            <a:spLocks xmlns:a="http://schemas.openxmlformats.org/drawingml/2006/main" noGrp="1"/>
          </p:cNvSpPr>
          <p:nvPr/>
        </p:nvSpPr>
        <p:spPr>
          <a:xfrm xmlns:a="http://schemas.openxmlformats.org/drawingml/2006/main">
            <a:off x="6300216" y="2971800"/>
            <a:ext cx="1408176" cy="18181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13">
                <a:solidFill>
                  <a:srgbClr val="617586"/>
                </a:solidFill>
                <a:latin typeface="Aptos"/>
                <a:ea typeface="Aptos"/>
                <a:cs typeface="Aptos"/>
              </a:defRPr>
            </a:defPPr>
            <a:lvl1pPr algn="ctr">
              <a:buNone/>
              <a:defRPr sz="1013">
                <a:solidFill>
                  <a:srgbClr val="617586"/>
                </a:solidFill>
                <a:latin typeface="Aptos"/>
                <a:ea typeface="Aptos"/>
                <a:cs typeface="Aptos"/>
              </a:defRPr>
            </a:lvl1pPr>
            <a:lvl2pPr algn="ctr">
              <a:buNone/>
              <a:defRPr sz="1013">
                <a:solidFill>
                  <a:srgbClr val="617586"/>
                </a:solidFill>
                <a:latin typeface="Aptos"/>
                <a:ea typeface="Aptos"/>
                <a:cs typeface="Aptos"/>
              </a:defRPr>
            </a:lvl2pPr>
            <a:lvl3pPr algn="ctr">
              <a:buNone/>
              <a:defRPr sz="1013">
                <a:solidFill>
                  <a:srgbClr val="617586"/>
                </a:solidFill>
                <a:latin typeface="Aptos"/>
                <a:ea typeface="Aptos"/>
                <a:cs typeface="Aptos"/>
              </a:defRPr>
            </a:lvl3pPr>
            <a:lvl4pPr algn="ctr">
              <a:buNone/>
              <a:defRPr sz="1013">
                <a:solidFill>
                  <a:srgbClr val="617586"/>
                </a:solidFill>
                <a:latin typeface="Aptos"/>
                <a:ea typeface="Aptos"/>
                <a:cs typeface="Aptos"/>
              </a:defRPr>
            </a:lvl4pPr>
            <a:lvl5pPr algn="ctr">
              <a:buNone/>
              <a:defRPr sz="1013">
                <a:solidFill>
                  <a:srgbClr val="617586"/>
                </a:solidFill>
                <a:latin typeface="Aptos"/>
                <a:ea typeface="Aptos"/>
                <a:cs typeface="Aptos"/>
              </a:defRPr>
            </a:lvl5pPr>
            <a:lvl6pPr algn="ctr">
              <a:buNone/>
              <a:defRPr sz="1013">
                <a:solidFill>
                  <a:srgbClr val="617586"/>
                </a:solidFill>
                <a:latin typeface="Aptos"/>
                <a:ea typeface="Aptos"/>
                <a:cs typeface="Aptos"/>
              </a:defRPr>
            </a:lvl6pPr>
            <a:lvl7pPr algn="ctr">
              <a:buNone/>
              <a:defRPr sz="1013">
                <a:solidFill>
                  <a:srgbClr val="617586"/>
                </a:solidFill>
                <a:latin typeface="Aptos"/>
                <a:ea typeface="Aptos"/>
                <a:cs typeface="Aptos"/>
              </a:defRPr>
            </a:lvl7pPr>
            <a:lvl8pPr algn="ctr">
              <a:buNone/>
              <a:defRPr sz="1013">
                <a:solidFill>
                  <a:srgbClr val="617586"/>
                </a:solidFill>
                <a:latin typeface="Aptos"/>
                <a:ea typeface="Aptos"/>
                <a:cs typeface="Aptos"/>
              </a:defRPr>
            </a:lvl8pPr>
            <a:lvl9pPr algn="ctr">
              <a:buNone/>
              <a:defRPr sz="1013">
                <a:solidFill>
                  <a:srgbClr val="617586"/>
                </a:solidFill>
                <a:latin typeface="Aptos"/>
                <a:ea typeface="Aptos"/>
                <a:cs typeface="Aptos"/>
              </a:defRPr>
            </a:lvl9pPr>
          </a:lstStyle>
          <a:p xmlns:a="http://schemas.openxmlformats.org/drawingml/2006/main">
            <a:pPr algn="ctr">
              <a:spcBef>
                <a:spcPts val="0"/>
              </a:spcBef>
              <a:spcAft>
                <a:spcPts val="0"/>
              </a:spcAft>
              <a:buNone/>
              <a:defRPr sz="1013">
                <a:solidFill>
                  <a:srgbClr val="617586"/>
                </a:solidFill>
                <a:latin typeface="Aptos"/>
                <a:ea typeface="Aptos"/>
                <a:cs typeface="Aptos"/>
              </a:defRPr>
            </a:pPr>
            <a:r>
              <a:rPr sz="1013" b="0" i="0">
                <a:solidFill>
                  <a:srgbClr val="617586"/>
                </a:solidFill>
                <a:latin typeface="Aptos"/>
                <a:ea typeface="Aptos"/>
                <a:cs typeface="Aptos"/>
              </a:rPr>
              <a:t>Klaim dan kutipan</a:t>
            </a:r>
          </a:p>
        </p:txBody>
      </p:sp>
      <p:sp>
        <p:nvSpPr>
          <p:cNvPr id="30" name="TextBox 29">
            <a:extLst xmlns:a="http://schemas.openxmlformats.org/drawingml/2006/main">
              <a:ext uri="{FF2B5EF4-FFF2-40B4-BE49-F238E27FC236}">
                <a16:creationId xmlns:a16="http://schemas.microsoft.com/office/drawing/2014/main" id="{E113DCBF-8511-4368-BC88-21986A68E922}"/>
              </a:ext>
            </a:extLst>
          </p:cNvPr>
          <p:cNvSpPr>
            <a:spLocks xmlns:a="http://schemas.openxmlformats.org/drawingml/2006/main" noGrp="1"/>
          </p:cNvSpPr>
          <p:nvPr/>
        </p:nvSpPr>
        <p:spPr>
          <a:xfrm xmlns:a="http://schemas.openxmlformats.org/drawingml/2006/main">
            <a:off x="7813547" y="2331720"/>
            <a:ext cx="219456" cy="41148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2200" b="1" i="0">
                <a:solidFill>
                  <a:srgbClr val="0F9D91"/>
                </a:solidFill>
                <a:latin typeface="Aptos"/>
                <a:ea typeface="Aptos"/>
                <a:cs typeface="Aptos"/>
              </a:rPr>
              <a:t>›</a:t>
            </a:r>
          </a:p>
        </p:txBody>
      </p:sp>
      <p:sp>
        <p:nvSpPr>
          <p:cNvPr id="31" name="Rounded Rectangle 30">
            <a:extLst xmlns:a="http://schemas.openxmlformats.org/drawingml/2006/main">
              <a:ext uri="{FF2B5EF4-FFF2-40B4-BE49-F238E27FC236}">
                <a16:creationId xmlns:a16="http://schemas.microsoft.com/office/drawing/2014/main" id="{A6AD6C13-8C76-4426-9D0A-79AB44500BA2}"/>
              </a:ext>
            </a:extLst>
          </p:cNvPr>
          <p:cNvSpPr>
            <a:spLocks xmlns:a="http://schemas.openxmlformats.org/drawingml/2006/main" noGrp="1"/>
          </p:cNvSpPr>
          <p:nvPr/>
        </p:nvSpPr>
        <p:spPr>
          <a:xfrm xmlns:a="http://schemas.openxmlformats.org/drawingml/2006/main">
            <a:off x="8019288" y="1874519"/>
            <a:ext cx="1627632" cy="1444752"/>
          </a:xfrm>
          <a:prstGeom xmlns:a="http://schemas.openxmlformats.org/drawingml/2006/main" prst="roundRect">
            <a:avLst>
              <a:gd name="adj" fmla="val 79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Oval 31">
            <a:extLst xmlns:a="http://schemas.openxmlformats.org/drawingml/2006/main">
              <a:ext uri="{FF2B5EF4-FFF2-40B4-BE49-F238E27FC236}">
                <a16:creationId xmlns:a16="http://schemas.microsoft.com/office/drawing/2014/main" id="{4144044B-316F-4E25-B2BD-86E07105BA52}"/>
              </a:ext>
            </a:extLst>
          </p:cNvPr>
          <p:cNvSpPr>
            <a:spLocks xmlns:a="http://schemas.openxmlformats.org/drawingml/2006/main" noGrp="1"/>
          </p:cNvSpPr>
          <p:nvPr/>
        </p:nvSpPr>
        <p:spPr>
          <a:xfrm xmlns:a="http://schemas.openxmlformats.org/drawingml/2006/main">
            <a:off x="8549640" y="2057400"/>
            <a:ext cx="566928" cy="566928"/>
          </a:xfrm>
          <a:prstGeom xmlns:a="http://schemas.openxmlformats.org/drawingml/2006/main" prst="ellipse">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9785EED7-6205-445D-9FE1-D20B5B2EC067}"/>
              </a:ext>
            </a:extLst>
          </p:cNvPr>
          <p:cNvSpPr>
            <a:spLocks xmlns:a="http://schemas.openxmlformats.org/drawingml/2006/main" noGrp="1"/>
          </p:cNvSpPr>
          <p:nvPr/>
        </p:nvSpPr>
        <p:spPr>
          <a:xfrm xmlns:a="http://schemas.openxmlformats.org/drawingml/2006/main">
            <a:off x="8549640" y="2057400"/>
            <a:ext cx="566928" cy="56692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200" b="1" i="0">
                <a:solidFill>
                  <a:srgbClr val="FFFFFF"/>
                </a:solidFill>
                <a:latin typeface="Aptos"/>
                <a:ea typeface="Aptos"/>
                <a:cs typeface="Aptos"/>
              </a:rPr>
              <a:t>05</a:t>
            </a:r>
          </a:p>
        </p:txBody>
      </p:sp>
      <p:sp>
        <p:nvSpPr>
          <p:cNvPr id="34" name="TextBox 33">
            <a:extLst xmlns:a="http://schemas.openxmlformats.org/drawingml/2006/main">
              <a:ext uri="{FF2B5EF4-FFF2-40B4-BE49-F238E27FC236}">
                <a16:creationId xmlns:a16="http://schemas.microsoft.com/office/drawing/2014/main" id="{FCDA52B8-BB0D-4949-BD4B-47FB19863B1D}"/>
              </a:ext>
            </a:extLst>
          </p:cNvPr>
          <p:cNvSpPr>
            <a:spLocks xmlns:a="http://schemas.openxmlformats.org/drawingml/2006/main" noGrp="1"/>
          </p:cNvSpPr>
          <p:nvPr/>
        </p:nvSpPr>
        <p:spPr>
          <a:xfrm xmlns:a="http://schemas.openxmlformats.org/drawingml/2006/main">
            <a:off x="8110727" y="2697479"/>
            <a:ext cx="1444752"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Setujui</a:t>
            </a:r>
          </a:p>
        </p:txBody>
      </p:sp>
      <p:sp>
        <p:nvSpPr>
          <p:cNvPr id="35" name="TextBox 34">
            <a:extLst xmlns:a="http://schemas.openxmlformats.org/drawingml/2006/main">
              <a:ext uri="{FF2B5EF4-FFF2-40B4-BE49-F238E27FC236}">
                <a16:creationId xmlns:a16="http://schemas.microsoft.com/office/drawing/2014/main" id="{F388A256-42D2-4DC0-B4BA-CB67891FB569}"/>
              </a:ext>
            </a:extLst>
          </p:cNvPr>
          <p:cNvSpPr>
            <a:spLocks xmlns:a="http://schemas.openxmlformats.org/drawingml/2006/main" noGrp="1"/>
          </p:cNvSpPr>
          <p:nvPr/>
        </p:nvSpPr>
        <p:spPr>
          <a:xfrm xmlns:a="http://schemas.openxmlformats.org/drawingml/2006/main">
            <a:off x="8129015" y="2971800"/>
            <a:ext cx="1408176" cy="21031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880" b="0" i="0">
                <a:solidFill>
                  <a:srgbClr val="617586"/>
                </a:solidFill>
                <a:latin typeface="Aptos"/>
                <a:ea typeface="Aptos"/>
                <a:cs typeface="Aptos"/>
              </a:rPr>
              <a:t>Keputusan pengguna</a:t>
            </a:r>
          </a:p>
        </p:txBody>
      </p:sp>
      <p:sp>
        <p:nvSpPr>
          <p:cNvPr id="36" name="TextBox 35">
            <a:extLst xmlns:a="http://schemas.openxmlformats.org/drawingml/2006/main">
              <a:ext uri="{FF2B5EF4-FFF2-40B4-BE49-F238E27FC236}">
                <a16:creationId xmlns:a16="http://schemas.microsoft.com/office/drawing/2014/main" id="{2C2F3B27-9B82-4024-8878-01F835A3B180}"/>
              </a:ext>
            </a:extLst>
          </p:cNvPr>
          <p:cNvSpPr>
            <a:spLocks xmlns:a="http://schemas.openxmlformats.org/drawingml/2006/main" noGrp="1"/>
          </p:cNvSpPr>
          <p:nvPr/>
        </p:nvSpPr>
        <p:spPr>
          <a:xfrm xmlns:a="http://schemas.openxmlformats.org/drawingml/2006/main">
            <a:off x="9642347" y="2331720"/>
            <a:ext cx="219456" cy="41148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2200" b="1" i="0">
                <a:solidFill>
                  <a:srgbClr val="0F9D91"/>
                </a:solidFill>
                <a:latin typeface="Aptos"/>
                <a:ea typeface="Aptos"/>
                <a:cs typeface="Aptos"/>
              </a:rPr>
              <a:t>›</a:t>
            </a:r>
          </a:p>
        </p:txBody>
      </p:sp>
      <p:sp>
        <p:nvSpPr>
          <p:cNvPr id="37" name="Rounded Rectangle 36">
            <a:extLst xmlns:a="http://schemas.openxmlformats.org/drawingml/2006/main">
              <a:ext uri="{FF2B5EF4-FFF2-40B4-BE49-F238E27FC236}">
                <a16:creationId xmlns:a16="http://schemas.microsoft.com/office/drawing/2014/main" id="{81DE7EB0-287C-4A9E-A6DE-D9C50E33F9FC}"/>
              </a:ext>
            </a:extLst>
          </p:cNvPr>
          <p:cNvSpPr>
            <a:spLocks xmlns:a="http://schemas.openxmlformats.org/drawingml/2006/main" noGrp="1"/>
          </p:cNvSpPr>
          <p:nvPr/>
        </p:nvSpPr>
        <p:spPr>
          <a:xfrm xmlns:a="http://schemas.openxmlformats.org/drawingml/2006/main">
            <a:off x="9848088" y="1874519"/>
            <a:ext cx="1627632" cy="1444752"/>
          </a:xfrm>
          <a:prstGeom xmlns:a="http://schemas.openxmlformats.org/drawingml/2006/main" prst="roundRect">
            <a:avLst>
              <a:gd name="adj" fmla="val 791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8" name="Oval 37">
            <a:extLst xmlns:a="http://schemas.openxmlformats.org/drawingml/2006/main">
              <a:ext uri="{FF2B5EF4-FFF2-40B4-BE49-F238E27FC236}">
                <a16:creationId xmlns:a16="http://schemas.microsoft.com/office/drawing/2014/main" id="{262CBF44-5CC6-4942-AEC7-6EAF9B133987}"/>
              </a:ext>
            </a:extLst>
          </p:cNvPr>
          <p:cNvSpPr>
            <a:spLocks xmlns:a="http://schemas.openxmlformats.org/drawingml/2006/main" noGrp="1"/>
          </p:cNvSpPr>
          <p:nvPr/>
        </p:nvSpPr>
        <p:spPr>
          <a:xfrm xmlns:a="http://schemas.openxmlformats.org/drawingml/2006/main">
            <a:off x="10378440" y="2057400"/>
            <a:ext cx="566928" cy="566928"/>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FA57DEFE-A419-496D-9A33-2DD5A0786BAA}"/>
              </a:ext>
            </a:extLst>
          </p:cNvPr>
          <p:cNvSpPr>
            <a:spLocks xmlns:a="http://schemas.openxmlformats.org/drawingml/2006/main" noGrp="1"/>
          </p:cNvSpPr>
          <p:nvPr/>
        </p:nvSpPr>
        <p:spPr>
          <a:xfrm xmlns:a="http://schemas.openxmlformats.org/drawingml/2006/main">
            <a:off x="10378440" y="2057400"/>
            <a:ext cx="566928" cy="566928"/>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200" b="1" i="0">
                <a:solidFill>
                  <a:srgbClr val="08776F"/>
                </a:solidFill>
                <a:latin typeface="Aptos"/>
                <a:ea typeface="Aptos"/>
                <a:cs typeface="Aptos"/>
              </a:rPr>
              <a:t>06</a:t>
            </a:r>
          </a:p>
        </p:txBody>
      </p:sp>
      <p:sp>
        <p:nvSpPr>
          <p:cNvPr id="40" name="TextBox 39">
            <a:extLst xmlns:a="http://schemas.openxmlformats.org/drawingml/2006/main">
              <a:ext uri="{FF2B5EF4-FFF2-40B4-BE49-F238E27FC236}">
                <a16:creationId xmlns:a16="http://schemas.microsoft.com/office/drawing/2014/main" id="{49705D0E-32D0-4834-93E3-4F5670E5CEFE}"/>
              </a:ext>
            </a:extLst>
          </p:cNvPr>
          <p:cNvSpPr>
            <a:spLocks xmlns:a="http://schemas.openxmlformats.org/drawingml/2006/main" noGrp="1"/>
          </p:cNvSpPr>
          <p:nvPr/>
        </p:nvSpPr>
        <p:spPr>
          <a:xfrm xmlns:a="http://schemas.openxmlformats.org/drawingml/2006/main">
            <a:off x="9939528" y="2697479"/>
            <a:ext cx="1444752"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Selesai</a:t>
            </a:r>
          </a:p>
        </p:txBody>
      </p:sp>
      <p:sp>
        <p:nvSpPr>
          <p:cNvPr id="41" name="TextBox 40">
            <a:extLst xmlns:a="http://schemas.openxmlformats.org/drawingml/2006/main">
              <a:ext uri="{FF2B5EF4-FFF2-40B4-BE49-F238E27FC236}">
                <a16:creationId xmlns:a16="http://schemas.microsoft.com/office/drawing/2014/main" id="{1C4BE6D5-9F3E-4622-9DF3-B87D16502342}"/>
              </a:ext>
            </a:extLst>
          </p:cNvPr>
          <p:cNvSpPr>
            <a:spLocks xmlns:a="http://schemas.openxmlformats.org/drawingml/2006/main" noGrp="1"/>
          </p:cNvSpPr>
          <p:nvPr/>
        </p:nvSpPr>
        <p:spPr>
          <a:xfrm xmlns:a="http://schemas.openxmlformats.org/drawingml/2006/main">
            <a:off x="9957815" y="2971800"/>
            <a:ext cx="1408176" cy="21031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880" b="0" i="0">
                <a:solidFill>
                  <a:srgbClr val="617586"/>
                </a:solidFill>
                <a:latin typeface="Aptos"/>
                <a:ea typeface="Aptos"/>
                <a:cs typeface="Aptos"/>
              </a:rPr>
              <a:t>Hasil siap</a:t>
            </a:r>
          </a:p>
        </p:txBody>
      </p:sp>
      <p:sp>
        <p:nvSpPr>
          <p:cNvPr id="42" name="Connector 41">
            <a:extLst xmlns:a="http://schemas.openxmlformats.org/drawingml/2006/main">
              <a:ext uri="{FF2B5EF4-FFF2-40B4-BE49-F238E27FC236}">
                <a16:creationId xmlns:a16="http://schemas.microsoft.com/office/drawing/2014/main" id="{E44F4A24-743D-472F-A95C-4E4ACA71416E}"/>
              </a:ext>
            </a:extLst>
          </p:cNvPr>
          <p:cNvSpPr>
            <a:spLocks xmlns:a="http://schemas.openxmlformats.org/drawingml/2006/main" noGrp="1"/>
          </p:cNvSpPr>
          <p:nvPr/>
        </p:nvSpPr>
        <p:spPr>
          <a:xfrm xmlns:a="http://schemas.openxmlformats.org/drawingml/2006/main">
            <a:off x="3346704" y="3364992"/>
            <a:ext cx="0" cy="310895"/>
          </a:xfrm>
          <a:prstGeom xmlns:a="http://schemas.openxmlformats.org/drawingml/2006/main" prst="line">
            <a:avLst/>
          </a:prstGeom>
          <a:ln xmlns:a="http://schemas.openxmlformats.org/drawingml/2006/main" w="15240">
            <a:solidFill>
              <a:srgbClr val="0F9D9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Rounded Rectangle 42">
            <a:extLst xmlns:a="http://schemas.openxmlformats.org/drawingml/2006/main">
              <a:ext uri="{FF2B5EF4-FFF2-40B4-BE49-F238E27FC236}">
                <a16:creationId xmlns:a16="http://schemas.microsoft.com/office/drawing/2014/main" id="{64298011-148E-4852-A45C-B793DE8A19C7}"/>
              </a:ext>
            </a:extLst>
          </p:cNvPr>
          <p:cNvSpPr>
            <a:spLocks xmlns:a="http://schemas.openxmlformats.org/drawingml/2006/main" noGrp="1"/>
          </p:cNvSpPr>
          <p:nvPr/>
        </p:nvSpPr>
        <p:spPr>
          <a:xfrm xmlns:a="http://schemas.openxmlformats.org/drawingml/2006/main">
            <a:off x="2487168" y="3675887"/>
            <a:ext cx="1737360" cy="292608"/>
          </a:xfrm>
          <a:prstGeom xmlns:a="http://schemas.openxmlformats.org/drawingml/2006/main" prst="roundRect">
            <a:avLst>
              <a:gd name="adj" fmla="val 19531"/>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4" name="TextBox 43">
            <a:extLst xmlns:a="http://schemas.openxmlformats.org/drawingml/2006/main">
              <a:ext uri="{FF2B5EF4-FFF2-40B4-BE49-F238E27FC236}">
                <a16:creationId xmlns:a16="http://schemas.microsoft.com/office/drawing/2014/main" id="{5199830F-7A4D-4994-AE1A-C138A7D43F52}"/>
              </a:ext>
            </a:extLst>
          </p:cNvPr>
          <p:cNvSpPr>
            <a:spLocks xmlns:a="http://schemas.openxmlformats.org/drawingml/2006/main" noGrp="1"/>
          </p:cNvSpPr>
          <p:nvPr/>
        </p:nvSpPr>
        <p:spPr>
          <a:xfrm xmlns:a="http://schemas.openxmlformats.org/drawingml/2006/main">
            <a:off x="2523744" y="3685031"/>
            <a:ext cx="1664207"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840" b="1" i="0">
                <a:solidFill>
                  <a:srgbClr val="08776F"/>
                </a:solidFill>
                <a:latin typeface="Aptos"/>
                <a:ea typeface="Aptos"/>
                <a:cs typeface="Aptos"/>
              </a:rPr>
              <a:t>GERBANG PENGGUNA</a:t>
            </a:r>
          </a:p>
        </p:txBody>
      </p:sp>
      <p:sp>
        <p:nvSpPr>
          <p:cNvPr id="45" name="Connector 44">
            <a:extLst xmlns:a="http://schemas.openxmlformats.org/drawingml/2006/main">
              <a:ext uri="{FF2B5EF4-FFF2-40B4-BE49-F238E27FC236}">
                <a16:creationId xmlns:a16="http://schemas.microsoft.com/office/drawing/2014/main" id="{86002FC4-2388-4685-8A1D-3D5173E2A959}"/>
              </a:ext>
            </a:extLst>
          </p:cNvPr>
          <p:cNvSpPr>
            <a:spLocks xmlns:a="http://schemas.openxmlformats.org/drawingml/2006/main" noGrp="1"/>
          </p:cNvSpPr>
          <p:nvPr/>
        </p:nvSpPr>
        <p:spPr>
          <a:xfrm xmlns:a="http://schemas.openxmlformats.org/drawingml/2006/main">
            <a:off x="8833104" y="3364992"/>
            <a:ext cx="0" cy="310895"/>
          </a:xfrm>
          <a:prstGeom xmlns:a="http://schemas.openxmlformats.org/drawingml/2006/main" prst="line">
            <a:avLst/>
          </a:prstGeom>
          <a:ln xmlns:a="http://schemas.openxmlformats.org/drawingml/2006/main" w="15240">
            <a:solidFill>
              <a:srgbClr val="0F9D91"/>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6" name="Rounded Rectangle 45">
            <a:extLst xmlns:a="http://schemas.openxmlformats.org/drawingml/2006/main">
              <a:ext uri="{FF2B5EF4-FFF2-40B4-BE49-F238E27FC236}">
                <a16:creationId xmlns:a16="http://schemas.microsoft.com/office/drawing/2014/main" id="{8A9FE6DA-E6EB-4402-81EF-3EA7B4102B03}"/>
              </a:ext>
            </a:extLst>
          </p:cNvPr>
          <p:cNvSpPr>
            <a:spLocks xmlns:a="http://schemas.openxmlformats.org/drawingml/2006/main" noGrp="1"/>
          </p:cNvSpPr>
          <p:nvPr/>
        </p:nvSpPr>
        <p:spPr>
          <a:xfrm xmlns:a="http://schemas.openxmlformats.org/drawingml/2006/main">
            <a:off x="7973567" y="3675887"/>
            <a:ext cx="1737360" cy="292608"/>
          </a:xfrm>
          <a:prstGeom xmlns:a="http://schemas.openxmlformats.org/drawingml/2006/main" prst="roundRect">
            <a:avLst>
              <a:gd name="adj" fmla="val 19531"/>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TextBox 46">
            <a:extLst xmlns:a="http://schemas.openxmlformats.org/drawingml/2006/main">
              <a:ext uri="{FF2B5EF4-FFF2-40B4-BE49-F238E27FC236}">
                <a16:creationId xmlns:a16="http://schemas.microsoft.com/office/drawing/2014/main" id="{D4979A6C-2A7D-4DB3-AF39-42568A73DA21}"/>
              </a:ext>
            </a:extLst>
          </p:cNvPr>
          <p:cNvSpPr>
            <a:spLocks xmlns:a="http://schemas.openxmlformats.org/drawingml/2006/main" noGrp="1"/>
          </p:cNvSpPr>
          <p:nvPr/>
        </p:nvSpPr>
        <p:spPr>
          <a:xfrm xmlns:a="http://schemas.openxmlformats.org/drawingml/2006/main">
            <a:off x="8010143" y="3685031"/>
            <a:ext cx="1664207" cy="26517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840" b="1" i="0">
                <a:solidFill>
                  <a:srgbClr val="08776F"/>
                </a:solidFill>
                <a:latin typeface="Aptos"/>
                <a:ea typeface="Aptos"/>
                <a:cs typeface="Aptos"/>
              </a:rPr>
              <a:t>GERBANG PENGGUNA</a:t>
            </a:r>
          </a:p>
        </p:txBody>
      </p:sp>
      <p:sp>
        <p:nvSpPr>
          <p:cNvPr id="48" name="Rounded Rectangle 47">
            <a:extLst xmlns:a="http://schemas.openxmlformats.org/drawingml/2006/main">
              <a:ext uri="{FF2B5EF4-FFF2-40B4-BE49-F238E27FC236}">
                <a16:creationId xmlns:a16="http://schemas.microsoft.com/office/drawing/2014/main" id="{016616E4-723B-4809-BB6A-07A84CAAAED3}"/>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27274EEB-2456-4217-BC3F-AFC480E3369A}"/>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2038607D-E8AD-445B-8A38-685E809BBAA5}"/>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Pengguna memilih artikel sebelum analisis dan menyetujui hasil setelah verifikasi. Satu run aktif menjaga sumber proyek tetap konsisten.</a:t>
            </a:r>
          </a:p>
        </p:txBody>
      </p:sp>
      <p:sp>
        <p:nvSpPr>
          <p:cNvPr id="51" name="TextBox 50">
            <a:extLst xmlns:a="http://schemas.openxmlformats.org/drawingml/2006/main">
              <a:ext uri="{FF2B5EF4-FFF2-40B4-BE49-F238E27FC236}">
                <a16:creationId xmlns:a16="http://schemas.microsoft.com/office/drawing/2014/main" id="{310134B0-7519-4D1B-AD34-3625DE070743}"/>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Alur ini menyederhanakan tahapan internal. Job memakai 3 percobaan dan backoff 10/60 detik.</a:t>
            </a:r>
          </a:p>
        </p:txBody>
      </p:sp>
      <p:sp>
        <p:nvSpPr>
          <p:cNvPr id="52" name="Connector 51">
            <a:extLst xmlns:a="http://schemas.openxmlformats.org/drawingml/2006/main">
              <a:ext uri="{FF2B5EF4-FFF2-40B4-BE49-F238E27FC236}">
                <a16:creationId xmlns:a16="http://schemas.microsoft.com/office/drawing/2014/main" id="{6741CCDB-9F59-4EEA-85C8-D0B20BBA88D8}"/>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60AFCB1C-350F-4D85-A1EE-30438F67F98C}"/>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54" name="TextBox 53">
            <a:extLst xmlns:a="http://schemas.openxmlformats.org/drawingml/2006/main">
              <a:ext uri="{FF2B5EF4-FFF2-40B4-BE49-F238E27FC236}">
                <a16:creationId xmlns:a16="http://schemas.microsoft.com/office/drawing/2014/main" id="{26FAC5D2-94DB-4EEA-88B2-CF070074A1C1}"/>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08 / 15</a:t>
            </a:r>
          </a:p>
        </p:txBody>
      </p:sp>
      <p:sp>
        <p:nvSpPr>
          <p:cNvPr id="55" name="Antrean menyimpan proses. Retry, pembatalan, dan revisi terbatas memba">
            <a:extLst xmlns:a="http://schemas.openxmlformats.org/drawingml/2006/main">
              <a:ext uri="{FF2B5EF4-FFF2-40B4-BE49-F238E27FC236}">
                <a16:creationId xmlns:a16="http://schemas.microsoft.com/office/drawing/2014/main" id="{01E2B758-87ED-4D43-A143-2EA0A5AF70FD}"/>
              </a:ext>
            </a:extLst>
          </p:cNvPr>
          <p:cNvSpPr>
            <a:spLocks xmlns:a="http://schemas.openxmlformats.org/drawingml/2006/main" noGrp="1"/>
          </p:cNvSpPr>
          <p:nvPr/>
        </p:nvSpPr>
        <p:spPr>
          <a:xfrm xmlns:a="http://schemas.openxmlformats.org/drawingml/2006/main">
            <a:off x="1238250" y="4448175"/>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1275" b="0">
                <a:solidFill>
                  <a:srgbClr val="617586"/>
                </a:solidFill>
                <a:latin typeface="Aptos"/>
                <a:ea typeface="Aptos"/>
                <a:cs typeface="Aptos"/>
              </a:defRPr>
            </a:defPPr>
            <a:lvl1pPr algn="ctr">
              <a:defRPr sz="1275" b="0">
                <a:solidFill>
                  <a:srgbClr val="617586"/>
                </a:solidFill>
                <a:latin typeface="Aptos"/>
                <a:ea typeface="Aptos"/>
                <a:cs typeface="Aptos"/>
              </a:defRPr>
            </a:lvl1pPr>
            <a:lvl2pPr algn="ctr">
              <a:defRPr sz="1275" b="0">
                <a:solidFill>
                  <a:srgbClr val="617586"/>
                </a:solidFill>
                <a:latin typeface="Aptos"/>
                <a:ea typeface="Aptos"/>
                <a:cs typeface="Aptos"/>
              </a:defRPr>
            </a:lvl2pPr>
            <a:lvl3pPr algn="ctr">
              <a:defRPr sz="1275" b="0">
                <a:solidFill>
                  <a:srgbClr val="617586"/>
                </a:solidFill>
                <a:latin typeface="Aptos"/>
                <a:ea typeface="Aptos"/>
                <a:cs typeface="Aptos"/>
              </a:defRPr>
            </a:lvl3pPr>
            <a:lvl4pPr algn="ctr">
              <a:defRPr sz="1275" b="0">
                <a:solidFill>
                  <a:srgbClr val="617586"/>
                </a:solidFill>
                <a:latin typeface="Aptos"/>
                <a:ea typeface="Aptos"/>
                <a:cs typeface="Aptos"/>
              </a:defRPr>
            </a:lvl4pPr>
            <a:lvl5pPr algn="ctr">
              <a:defRPr sz="1275" b="0">
                <a:solidFill>
                  <a:srgbClr val="617586"/>
                </a:solidFill>
                <a:latin typeface="Aptos"/>
                <a:ea typeface="Aptos"/>
                <a:cs typeface="Aptos"/>
              </a:defRPr>
            </a:lvl5pPr>
            <a:lvl6pPr algn="ctr">
              <a:defRPr sz="1275" b="0">
                <a:solidFill>
                  <a:srgbClr val="617586"/>
                </a:solidFill>
                <a:latin typeface="Aptos"/>
                <a:ea typeface="Aptos"/>
                <a:cs typeface="Aptos"/>
              </a:defRPr>
            </a:lvl6pPr>
            <a:lvl7pPr algn="ctr">
              <a:defRPr sz="1275" b="0">
                <a:solidFill>
                  <a:srgbClr val="617586"/>
                </a:solidFill>
                <a:latin typeface="Aptos"/>
                <a:ea typeface="Aptos"/>
                <a:cs typeface="Aptos"/>
              </a:defRPr>
            </a:lvl7pPr>
            <a:lvl8pPr algn="ctr">
              <a:defRPr sz="1275" b="0">
                <a:solidFill>
                  <a:srgbClr val="617586"/>
                </a:solidFill>
                <a:latin typeface="Aptos"/>
                <a:ea typeface="Aptos"/>
                <a:cs typeface="Aptos"/>
              </a:defRPr>
            </a:lvl8pPr>
            <a:lvl9pPr algn="ctr">
              <a:defRPr sz="1275" b="0">
                <a:solidFill>
                  <a:srgbClr val="617586"/>
                </a:solidFill>
                <a:latin typeface="Aptos"/>
                <a:ea typeface="Aptos"/>
                <a:cs typeface="Aptos"/>
              </a:defRPr>
            </a:lvl9pPr>
          </a:lstStyle>
          <a:p xmlns:a="http://schemas.openxmlformats.org/drawingml/2006/main">
            <a:pPr algn="ctr">
              <a:defRPr sz="1275" b="0">
                <a:solidFill>
                  <a:srgbClr val="617586"/>
                </a:solidFill>
                <a:latin typeface="Aptos"/>
                <a:ea typeface="Aptos"/>
                <a:cs typeface="Aptos"/>
              </a:defRPr>
            </a:pPr>
            <a:r>
              <a:rPr sz="1275" b="0">
                <a:solidFill>
                  <a:srgbClr val="617586"/>
                </a:solidFill>
                <a:latin typeface="Aptos"/>
                <a:ea typeface="Aptos"/>
                <a:cs typeface="Aptos"/>
              </a:rPr>
              <a:t>Antrean menyimpan proses. Retry, pembatalan, dan revisi terbatas membantu memulihkan kegagalan.</a:t>
            </a:r>
          </a:p>
        </p:txBody>
      </p:sp>
    </p:spTree>
    <p:extLst>
      <p:ext uri="{BB962C8B-B14F-4D97-AF65-F5344CB8AC3E}">
        <p14:creationId xmlns:p14="http://schemas.microsoft.com/office/powerpoint/2010/main" val="502517269"/>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625A5F4-49B1-4FE0-B601-A27905766B7A}"/>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A6F416E2-C704-49C1-AA59-27D30359992B}"/>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PENCARIAN BERBASIS BUKTI</a:t>
            </a:r>
          </a:p>
        </p:txBody>
      </p:sp>
      <p:sp>
        <p:nvSpPr>
          <p:cNvPr id="4" name="TextBox 3">
            <a:extLst xmlns:a="http://schemas.openxmlformats.org/drawingml/2006/main">
              <a:ext uri="{FF2B5EF4-FFF2-40B4-BE49-F238E27FC236}">
                <a16:creationId xmlns:a16="http://schemas.microsoft.com/office/drawing/2014/main" id="{B05D12DD-4C7D-4852-BA1E-09FCE14EEBD9}"/>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Pertanyaan, retrieval, dan sumber</a:t>
            </a:r>
          </a:p>
        </p:txBody>
      </p:sp>
      <p:sp>
        <p:nvSpPr>
          <p:cNvPr id="5" name="Rectangle 4">
            <a:extLst xmlns:a="http://schemas.openxmlformats.org/drawingml/2006/main">
              <a:ext uri="{FF2B5EF4-FFF2-40B4-BE49-F238E27FC236}">
                <a16:creationId xmlns:a16="http://schemas.microsoft.com/office/drawing/2014/main" id="{1B7FA5FE-E577-4DAA-9993-6CC8771F6453}"/>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2F696677-BCFA-4ED3-BFFF-4E2B13B0C6EC}"/>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39BED5F7-D322-4922-A458-203AEEA1AD1C}"/>
              </a:ext>
            </a:extLst>
          </p:cNvPr>
          <p:cNvSpPr>
            <a:spLocks xmlns:a="http://schemas.openxmlformats.org/drawingml/2006/main" noGrp="1"/>
          </p:cNvSpPr>
          <p:nvPr/>
        </p:nvSpPr>
        <p:spPr>
          <a:xfrm xmlns:a="http://schemas.openxmlformats.org/drawingml/2006/main">
            <a:off x="749808" y="1828800"/>
            <a:ext cx="2331720" cy="13716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Oval 7">
            <a:extLst xmlns:a="http://schemas.openxmlformats.org/drawingml/2006/main">
              <a:ext uri="{FF2B5EF4-FFF2-40B4-BE49-F238E27FC236}">
                <a16:creationId xmlns:a16="http://schemas.microsoft.com/office/drawing/2014/main" id="{030D975F-1384-4F51-8E6B-BF9412A28855}"/>
              </a:ext>
            </a:extLst>
          </p:cNvPr>
          <p:cNvSpPr>
            <a:spLocks xmlns:a="http://schemas.openxmlformats.org/drawingml/2006/main" noGrp="1"/>
          </p:cNvSpPr>
          <p:nvPr/>
        </p:nvSpPr>
        <p:spPr>
          <a:xfrm xmlns:a="http://schemas.openxmlformats.org/drawingml/2006/main">
            <a:off x="896112" y="1993392"/>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14A26B71-8B1C-4C70-8D8B-38186A275EF0}"/>
              </a:ext>
            </a:extLst>
          </p:cNvPr>
          <p:cNvSpPr>
            <a:spLocks xmlns:a="http://schemas.openxmlformats.org/drawingml/2006/main" noGrp="1"/>
          </p:cNvSpPr>
          <p:nvPr/>
        </p:nvSpPr>
        <p:spPr>
          <a:xfrm xmlns:a="http://schemas.openxmlformats.org/drawingml/2006/main">
            <a:off x="896112" y="1993392"/>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01</a:t>
            </a:r>
          </a:p>
        </p:txBody>
      </p:sp>
      <p:sp>
        <p:nvSpPr>
          <p:cNvPr id="10" name="TextBox 9">
            <a:extLst xmlns:a="http://schemas.openxmlformats.org/drawingml/2006/main">
              <a:ext uri="{FF2B5EF4-FFF2-40B4-BE49-F238E27FC236}">
                <a16:creationId xmlns:a16="http://schemas.microsoft.com/office/drawing/2014/main" id="{328A16B2-1F19-42BB-8635-D48A326A1A18}"/>
              </a:ext>
            </a:extLst>
          </p:cNvPr>
          <p:cNvSpPr>
            <a:spLocks xmlns:a="http://schemas.openxmlformats.org/drawingml/2006/main" noGrp="1"/>
          </p:cNvSpPr>
          <p:nvPr/>
        </p:nvSpPr>
        <p:spPr>
          <a:xfrm xmlns:a="http://schemas.openxmlformats.org/drawingml/2006/main">
            <a:off x="914400" y="2542032"/>
            <a:ext cx="2002536" cy="27432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300" b="1" i="0">
                <a:solidFill>
                  <a:srgbClr val="102A43"/>
                </a:solidFill>
                <a:latin typeface="Aptos"/>
                <a:ea typeface="Aptos"/>
                <a:cs typeface="Aptos"/>
              </a:rPr>
              <a:t>Pertanyaan</a:t>
            </a:r>
          </a:p>
        </p:txBody>
      </p:sp>
      <p:sp>
        <p:nvSpPr>
          <p:cNvPr id="11" name="TextBox 10">
            <a:extLst xmlns:a="http://schemas.openxmlformats.org/drawingml/2006/main">
              <a:ext uri="{FF2B5EF4-FFF2-40B4-BE49-F238E27FC236}">
                <a16:creationId xmlns:a16="http://schemas.microsoft.com/office/drawing/2014/main" id="{918F2ED6-BE67-4451-A796-29B8187DBBAA}"/>
              </a:ext>
            </a:extLst>
          </p:cNvPr>
          <p:cNvSpPr>
            <a:spLocks xmlns:a="http://schemas.openxmlformats.org/drawingml/2006/main" noGrp="1"/>
          </p:cNvSpPr>
          <p:nvPr/>
        </p:nvSpPr>
        <p:spPr>
          <a:xfrm xmlns:a="http://schemas.openxmlformats.org/drawingml/2006/main">
            <a:off x="914400" y="2834640"/>
            <a:ext cx="2002536"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80">
                <a:solidFill>
                  <a:srgbClr val="617586"/>
                </a:solidFill>
                <a:latin typeface="Aptos"/>
                <a:ea typeface="Aptos"/>
                <a:cs typeface="Aptos"/>
              </a:defRPr>
            </a:defPPr>
            <a:lvl1pPr algn="ctr">
              <a:buNone/>
              <a:defRPr sz="1080">
                <a:solidFill>
                  <a:srgbClr val="617586"/>
                </a:solidFill>
                <a:latin typeface="Aptos"/>
                <a:ea typeface="Aptos"/>
                <a:cs typeface="Aptos"/>
              </a:defRPr>
            </a:lvl1pPr>
            <a:lvl2pPr algn="ctr">
              <a:buNone/>
              <a:defRPr sz="1080">
                <a:solidFill>
                  <a:srgbClr val="617586"/>
                </a:solidFill>
                <a:latin typeface="Aptos"/>
                <a:ea typeface="Aptos"/>
                <a:cs typeface="Aptos"/>
              </a:defRPr>
            </a:lvl2pPr>
            <a:lvl3pPr algn="ctr">
              <a:buNone/>
              <a:defRPr sz="1080">
                <a:solidFill>
                  <a:srgbClr val="617586"/>
                </a:solidFill>
                <a:latin typeface="Aptos"/>
                <a:ea typeface="Aptos"/>
                <a:cs typeface="Aptos"/>
              </a:defRPr>
            </a:lvl3pPr>
            <a:lvl4pPr algn="ctr">
              <a:buNone/>
              <a:defRPr sz="1080">
                <a:solidFill>
                  <a:srgbClr val="617586"/>
                </a:solidFill>
                <a:latin typeface="Aptos"/>
                <a:ea typeface="Aptos"/>
                <a:cs typeface="Aptos"/>
              </a:defRPr>
            </a:lvl4pPr>
            <a:lvl5pPr algn="ctr">
              <a:buNone/>
              <a:defRPr sz="1080">
                <a:solidFill>
                  <a:srgbClr val="617586"/>
                </a:solidFill>
                <a:latin typeface="Aptos"/>
                <a:ea typeface="Aptos"/>
                <a:cs typeface="Aptos"/>
              </a:defRPr>
            </a:lvl5pPr>
            <a:lvl6pPr algn="ctr">
              <a:buNone/>
              <a:defRPr sz="1080">
                <a:solidFill>
                  <a:srgbClr val="617586"/>
                </a:solidFill>
                <a:latin typeface="Aptos"/>
                <a:ea typeface="Aptos"/>
                <a:cs typeface="Aptos"/>
              </a:defRPr>
            </a:lvl6pPr>
            <a:lvl7pPr algn="ctr">
              <a:buNone/>
              <a:defRPr sz="1080">
                <a:solidFill>
                  <a:srgbClr val="617586"/>
                </a:solidFill>
                <a:latin typeface="Aptos"/>
                <a:ea typeface="Aptos"/>
                <a:cs typeface="Aptos"/>
              </a:defRPr>
            </a:lvl7pPr>
            <a:lvl8pPr algn="ctr">
              <a:buNone/>
              <a:defRPr sz="1080">
                <a:solidFill>
                  <a:srgbClr val="617586"/>
                </a:solidFill>
                <a:latin typeface="Aptos"/>
                <a:ea typeface="Aptos"/>
                <a:cs typeface="Aptos"/>
              </a:defRPr>
            </a:lvl8pPr>
            <a:lvl9pPr algn="ctr">
              <a:buNone/>
              <a:defRPr sz="1080">
                <a:solidFill>
                  <a:srgbClr val="617586"/>
                </a:solidFill>
                <a:latin typeface="Aptos"/>
                <a:ea typeface="Aptos"/>
                <a:cs typeface="Aptos"/>
              </a:defRPr>
            </a:lvl9pPr>
          </a:lstStyle>
          <a:p xmlns:a="http://schemas.openxmlformats.org/drawingml/2006/main">
            <a:pPr algn="ctr">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Topik dan pertanyaan</a:t>
            </a:r>
          </a:p>
        </p:txBody>
      </p:sp>
      <p:sp>
        <p:nvSpPr>
          <p:cNvPr id="12" name="TextBox 11">
            <a:extLst xmlns:a="http://schemas.openxmlformats.org/drawingml/2006/main">
              <a:ext uri="{FF2B5EF4-FFF2-40B4-BE49-F238E27FC236}">
                <a16:creationId xmlns:a16="http://schemas.microsoft.com/office/drawing/2014/main" id="{833208DA-642D-446B-AFAD-4A440D75C811}"/>
              </a:ext>
            </a:extLst>
          </p:cNvPr>
          <p:cNvSpPr>
            <a:spLocks xmlns:a="http://schemas.openxmlformats.org/drawingml/2006/main" noGrp="1"/>
          </p:cNvSpPr>
          <p:nvPr/>
        </p:nvSpPr>
        <p:spPr>
          <a:xfrm xmlns:a="http://schemas.openxmlformats.org/drawingml/2006/main">
            <a:off x="3154679" y="2267712"/>
            <a:ext cx="329184"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800" b="1" i="0">
                <a:solidFill>
                  <a:srgbClr val="0F9D91"/>
                </a:solidFill>
                <a:latin typeface="Aptos"/>
                <a:ea typeface="Aptos"/>
                <a:cs typeface="Aptos"/>
              </a:rPr>
              <a:t>→</a:t>
            </a:r>
          </a:p>
        </p:txBody>
      </p:sp>
      <p:sp>
        <p:nvSpPr>
          <p:cNvPr id="13" name="Rounded Rectangle 12">
            <a:extLst xmlns:a="http://schemas.openxmlformats.org/drawingml/2006/main">
              <a:ext uri="{FF2B5EF4-FFF2-40B4-BE49-F238E27FC236}">
                <a16:creationId xmlns:a16="http://schemas.microsoft.com/office/drawing/2014/main" id="{2214B37E-E825-4289-B373-989EE1E2F5BB}"/>
              </a:ext>
            </a:extLst>
          </p:cNvPr>
          <p:cNvSpPr>
            <a:spLocks xmlns:a="http://schemas.openxmlformats.org/drawingml/2006/main" noGrp="1"/>
          </p:cNvSpPr>
          <p:nvPr/>
        </p:nvSpPr>
        <p:spPr>
          <a:xfrm xmlns:a="http://schemas.openxmlformats.org/drawingml/2006/main">
            <a:off x="3557015" y="1828800"/>
            <a:ext cx="2331720" cy="13716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Oval 13">
            <a:extLst xmlns:a="http://schemas.openxmlformats.org/drawingml/2006/main">
              <a:ext uri="{FF2B5EF4-FFF2-40B4-BE49-F238E27FC236}">
                <a16:creationId xmlns:a16="http://schemas.microsoft.com/office/drawing/2014/main" id="{CF75BE1D-5CBE-462A-8475-0CD4DD8DAEEE}"/>
              </a:ext>
            </a:extLst>
          </p:cNvPr>
          <p:cNvSpPr>
            <a:spLocks xmlns:a="http://schemas.openxmlformats.org/drawingml/2006/main" noGrp="1"/>
          </p:cNvSpPr>
          <p:nvPr/>
        </p:nvSpPr>
        <p:spPr>
          <a:xfrm xmlns:a="http://schemas.openxmlformats.org/drawingml/2006/main">
            <a:off x="3703320" y="1993392"/>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F0B2247-CAF7-4AFF-8964-C6A453DF0017}"/>
              </a:ext>
            </a:extLst>
          </p:cNvPr>
          <p:cNvSpPr>
            <a:spLocks xmlns:a="http://schemas.openxmlformats.org/drawingml/2006/main" noGrp="1"/>
          </p:cNvSpPr>
          <p:nvPr/>
        </p:nvSpPr>
        <p:spPr>
          <a:xfrm xmlns:a="http://schemas.openxmlformats.org/drawingml/2006/main">
            <a:off x="3703320" y="1993392"/>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02</a:t>
            </a:r>
          </a:p>
        </p:txBody>
      </p:sp>
      <p:sp>
        <p:nvSpPr>
          <p:cNvPr id="16" name="TextBox 15">
            <a:extLst xmlns:a="http://schemas.openxmlformats.org/drawingml/2006/main">
              <a:ext uri="{FF2B5EF4-FFF2-40B4-BE49-F238E27FC236}">
                <a16:creationId xmlns:a16="http://schemas.microsoft.com/office/drawing/2014/main" id="{AC5E7F0A-5DA4-4578-86E0-1EC335FAA3C2}"/>
              </a:ext>
            </a:extLst>
          </p:cNvPr>
          <p:cNvSpPr>
            <a:spLocks xmlns:a="http://schemas.openxmlformats.org/drawingml/2006/main" noGrp="1"/>
          </p:cNvSpPr>
          <p:nvPr/>
        </p:nvSpPr>
        <p:spPr>
          <a:xfrm xmlns:a="http://schemas.openxmlformats.org/drawingml/2006/main">
            <a:off x="3721607" y="2542032"/>
            <a:ext cx="2002536" cy="27432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300" b="1" i="0">
                <a:solidFill>
                  <a:srgbClr val="102A43"/>
                </a:solidFill>
                <a:latin typeface="Aptos"/>
                <a:ea typeface="Aptos"/>
                <a:cs typeface="Aptos"/>
              </a:rPr>
              <a:t>6 chunk relevan</a:t>
            </a:r>
          </a:p>
        </p:txBody>
      </p:sp>
      <p:sp>
        <p:nvSpPr>
          <p:cNvPr id="17" name="TextBox 16">
            <a:extLst xmlns:a="http://schemas.openxmlformats.org/drawingml/2006/main">
              <a:ext uri="{FF2B5EF4-FFF2-40B4-BE49-F238E27FC236}">
                <a16:creationId xmlns:a16="http://schemas.microsoft.com/office/drawing/2014/main" id="{B9E4CD0F-0813-44EA-9D26-949A521361A1}"/>
              </a:ext>
            </a:extLst>
          </p:cNvPr>
          <p:cNvSpPr>
            <a:spLocks xmlns:a="http://schemas.openxmlformats.org/drawingml/2006/main" noGrp="1"/>
          </p:cNvSpPr>
          <p:nvPr/>
        </p:nvSpPr>
        <p:spPr>
          <a:xfrm xmlns:a="http://schemas.openxmlformats.org/drawingml/2006/main">
            <a:off x="3721607" y="2834640"/>
            <a:ext cx="2002536"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80">
                <a:solidFill>
                  <a:srgbClr val="617586"/>
                </a:solidFill>
                <a:latin typeface="Aptos"/>
                <a:ea typeface="Aptos"/>
                <a:cs typeface="Aptos"/>
              </a:defRPr>
            </a:defPPr>
            <a:lvl1pPr algn="ctr">
              <a:buNone/>
              <a:defRPr sz="1080">
                <a:solidFill>
                  <a:srgbClr val="617586"/>
                </a:solidFill>
                <a:latin typeface="Aptos"/>
                <a:ea typeface="Aptos"/>
                <a:cs typeface="Aptos"/>
              </a:defRPr>
            </a:lvl1pPr>
            <a:lvl2pPr algn="ctr">
              <a:buNone/>
              <a:defRPr sz="1080">
                <a:solidFill>
                  <a:srgbClr val="617586"/>
                </a:solidFill>
                <a:latin typeface="Aptos"/>
                <a:ea typeface="Aptos"/>
                <a:cs typeface="Aptos"/>
              </a:defRPr>
            </a:lvl2pPr>
            <a:lvl3pPr algn="ctr">
              <a:buNone/>
              <a:defRPr sz="1080">
                <a:solidFill>
                  <a:srgbClr val="617586"/>
                </a:solidFill>
                <a:latin typeface="Aptos"/>
                <a:ea typeface="Aptos"/>
                <a:cs typeface="Aptos"/>
              </a:defRPr>
            </a:lvl3pPr>
            <a:lvl4pPr algn="ctr">
              <a:buNone/>
              <a:defRPr sz="1080">
                <a:solidFill>
                  <a:srgbClr val="617586"/>
                </a:solidFill>
                <a:latin typeface="Aptos"/>
                <a:ea typeface="Aptos"/>
                <a:cs typeface="Aptos"/>
              </a:defRPr>
            </a:lvl4pPr>
            <a:lvl5pPr algn="ctr">
              <a:buNone/>
              <a:defRPr sz="1080">
                <a:solidFill>
                  <a:srgbClr val="617586"/>
                </a:solidFill>
                <a:latin typeface="Aptos"/>
                <a:ea typeface="Aptos"/>
                <a:cs typeface="Aptos"/>
              </a:defRPr>
            </a:lvl5pPr>
            <a:lvl6pPr algn="ctr">
              <a:buNone/>
              <a:defRPr sz="1080">
                <a:solidFill>
                  <a:srgbClr val="617586"/>
                </a:solidFill>
                <a:latin typeface="Aptos"/>
                <a:ea typeface="Aptos"/>
                <a:cs typeface="Aptos"/>
              </a:defRPr>
            </a:lvl6pPr>
            <a:lvl7pPr algn="ctr">
              <a:buNone/>
              <a:defRPr sz="1080">
                <a:solidFill>
                  <a:srgbClr val="617586"/>
                </a:solidFill>
                <a:latin typeface="Aptos"/>
                <a:ea typeface="Aptos"/>
                <a:cs typeface="Aptos"/>
              </a:defRPr>
            </a:lvl7pPr>
            <a:lvl8pPr algn="ctr">
              <a:buNone/>
              <a:defRPr sz="1080">
                <a:solidFill>
                  <a:srgbClr val="617586"/>
                </a:solidFill>
                <a:latin typeface="Aptos"/>
                <a:ea typeface="Aptos"/>
                <a:cs typeface="Aptos"/>
              </a:defRPr>
            </a:lvl8pPr>
            <a:lvl9pPr algn="ctr">
              <a:buNone/>
              <a:defRPr sz="1080">
                <a:solidFill>
                  <a:srgbClr val="617586"/>
                </a:solidFill>
                <a:latin typeface="Aptos"/>
                <a:ea typeface="Aptos"/>
                <a:cs typeface="Aptos"/>
              </a:defRPr>
            </a:lvl9pPr>
          </a:lstStyle>
          <a:p xmlns:a="http://schemas.openxmlformats.org/drawingml/2006/main">
            <a:pPr algn="ctr">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Cosine Qdrant</a:t>
            </a:r>
          </a:p>
        </p:txBody>
      </p:sp>
      <p:sp>
        <p:nvSpPr>
          <p:cNvPr id="18" name="TextBox 17">
            <a:extLst xmlns:a="http://schemas.openxmlformats.org/drawingml/2006/main">
              <a:ext uri="{FF2B5EF4-FFF2-40B4-BE49-F238E27FC236}">
                <a16:creationId xmlns:a16="http://schemas.microsoft.com/office/drawing/2014/main" id="{77CCEB78-636B-42B6-B418-426714299E75}"/>
              </a:ext>
            </a:extLst>
          </p:cNvPr>
          <p:cNvSpPr>
            <a:spLocks xmlns:a="http://schemas.openxmlformats.org/drawingml/2006/main" noGrp="1"/>
          </p:cNvSpPr>
          <p:nvPr/>
        </p:nvSpPr>
        <p:spPr>
          <a:xfrm xmlns:a="http://schemas.openxmlformats.org/drawingml/2006/main">
            <a:off x="5961888" y="2267712"/>
            <a:ext cx="329184"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800" b="1" i="0">
                <a:solidFill>
                  <a:srgbClr val="0F9D91"/>
                </a:solidFill>
                <a:latin typeface="Aptos"/>
                <a:ea typeface="Aptos"/>
                <a:cs typeface="Aptos"/>
              </a:rPr>
              <a:t>→</a:t>
            </a:r>
          </a:p>
        </p:txBody>
      </p:sp>
      <p:sp>
        <p:nvSpPr>
          <p:cNvPr id="19" name="Rounded Rectangle 18">
            <a:extLst xmlns:a="http://schemas.openxmlformats.org/drawingml/2006/main">
              <a:ext uri="{FF2B5EF4-FFF2-40B4-BE49-F238E27FC236}">
                <a16:creationId xmlns:a16="http://schemas.microsoft.com/office/drawing/2014/main" id="{1ECA0770-50DC-45DA-BEB5-E798783AEE2B}"/>
              </a:ext>
            </a:extLst>
          </p:cNvPr>
          <p:cNvSpPr>
            <a:spLocks xmlns:a="http://schemas.openxmlformats.org/drawingml/2006/main" noGrp="1"/>
          </p:cNvSpPr>
          <p:nvPr/>
        </p:nvSpPr>
        <p:spPr>
          <a:xfrm xmlns:a="http://schemas.openxmlformats.org/drawingml/2006/main">
            <a:off x="6364224" y="1828800"/>
            <a:ext cx="2331720" cy="13716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Oval 19">
            <a:extLst xmlns:a="http://schemas.openxmlformats.org/drawingml/2006/main">
              <a:ext uri="{FF2B5EF4-FFF2-40B4-BE49-F238E27FC236}">
                <a16:creationId xmlns:a16="http://schemas.microsoft.com/office/drawing/2014/main" id="{CD196511-944D-4364-AFB8-C9E61A57D9E0}"/>
              </a:ext>
            </a:extLst>
          </p:cNvPr>
          <p:cNvSpPr>
            <a:spLocks xmlns:a="http://schemas.openxmlformats.org/drawingml/2006/main" noGrp="1"/>
          </p:cNvSpPr>
          <p:nvPr/>
        </p:nvSpPr>
        <p:spPr>
          <a:xfrm xmlns:a="http://schemas.openxmlformats.org/drawingml/2006/main">
            <a:off x="6510528" y="1993392"/>
            <a:ext cx="438912" cy="438912"/>
          </a:xfrm>
          <a:prstGeom xmlns:a="http://schemas.openxmlformats.org/drawingml/2006/main" prst="ellipse">
            <a:avLst/>
          </a:prstGeom>
          <a:solidFill xmlns:a="http://schemas.openxmlformats.org/drawingml/2006/main">
            <a:srgbClr val="EAF2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TextBox 20">
            <a:extLst xmlns:a="http://schemas.openxmlformats.org/drawingml/2006/main">
              <a:ext uri="{FF2B5EF4-FFF2-40B4-BE49-F238E27FC236}">
                <a16:creationId xmlns:a16="http://schemas.microsoft.com/office/drawing/2014/main" id="{FD9E9F5E-93C1-4E3C-B7CD-53637A0B4D87}"/>
              </a:ext>
            </a:extLst>
          </p:cNvPr>
          <p:cNvSpPr>
            <a:spLocks xmlns:a="http://schemas.openxmlformats.org/drawingml/2006/main" noGrp="1"/>
          </p:cNvSpPr>
          <p:nvPr/>
        </p:nvSpPr>
        <p:spPr>
          <a:xfrm xmlns:a="http://schemas.openxmlformats.org/drawingml/2006/main">
            <a:off x="6510528" y="1993392"/>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3B82F6"/>
                </a:solidFill>
                <a:latin typeface="Aptos"/>
                <a:ea typeface="Aptos"/>
                <a:cs typeface="Aptos"/>
              </a:rPr>
              <a:t>03</a:t>
            </a:r>
          </a:p>
        </p:txBody>
      </p:sp>
      <p:sp>
        <p:nvSpPr>
          <p:cNvPr id="22" name="TextBox 21">
            <a:extLst xmlns:a="http://schemas.openxmlformats.org/drawingml/2006/main">
              <a:ext uri="{FF2B5EF4-FFF2-40B4-BE49-F238E27FC236}">
                <a16:creationId xmlns:a16="http://schemas.microsoft.com/office/drawing/2014/main" id="{629FC8EB-189B-41FF-88A5-88FB8B102358}"/>
              </a:ext>
            </a:extLst>
          </p:cNvPr>
          <p:cNvSpPr>
            <a:spLocks xmlns:a="http://schemas.openxmlformats.org/drawingml/2006/main" noGrp="1"/>
          </p:cNvSpPr>
          <p:nvPr/>
        </p:nvSpPr>
        <p:spPr>
          <a:xfrm xmlns:a="http://schemas.openxmlformats.org/drawingml/2006/main">
            <a:off x="6528816" y="2542032"/>
            <a:ext cx="2002536" cy="27432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300" b="1" i="0">
                <a:solidFill>
                  <a:srgbClr val="102A43"/>
                </a:solidFill>
                <a:latin typeface="Aptos"/>
                <a:ea typeface="Aptos"/>
                <a:cs typeface="Aptos"/>
              </a:rPr>
              <a:t>Senopati</a:t>
            </a:r>
          </a:p>
        </p:txBody>
      </p:sp>
      <p:sp>
        <p:nvSpPr>
          <p:cNvPr id="23" name="TextBox 22">
            <a:extLst xmlns:a="http://schemas.openxmlformats.org/drawingml/2006/main">
              <a:ext uri="{FF2B5EF4-FFF2-40B4-BE49-F238E27FC236}">
                <a16:creationId xmlns:a16="http://schemas.microsoft.com/office/drawing/2014/main" id="{31F10F23-D735-473A-983E-B8FA6B781F40}"/>
              </a:ext>
            </a:extLst>
          </p:cNvPr>
          <p:cNvSpPr>
            <a:spLocks xmlns:a="http://schemas.openxmlformats.org/drawingml/2006/main" noGrp="1"/>
          </p:cNvSpPr>
          <p:nvPr/>
        </p:nvSpPr>
        <p:spPr>
          <a:xfrm xmlns:a="http://schemas.openxmlformats.org/drawingml/2006/main">
            <a:off x="6528816" y="2834640"/>
            <a:ext cx="2002536"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80">
                <a:solidFill>
                  <a:srgbClr val="617586"/>
                </a:solidFill>
                <a:latin typeface="Aptos"/>
                <a:ea typeface="Aptos"/>
                <a:cs typeface="Aptos"/>
              </a:defRPr>
            </a:defPPr>
            <a:lvl1pPr algn="ctr">
              <a:buNone/>
              <a:defRPr sz="1080">
                <a:solidFill>
                  <a:srgbClr val="617586"/>
                </a:solidFill>
                <a:latin typeface="Aptos"/>
                <a:ea typeface="Aptos"/>
                <a:cs typeface="Aptos"/>
              </a:defRPr>
            </a:lvl1pPr>
            <a:lvl2pPr algn="ctr">
              <a:buNone/>
              <a:defRPr sz="1080">
                <a:solidFill>
                  <a:srgbClr val="617586"/>
                </a:solidFill>
                <a:latin typeface="Aptos"/>
                <a:ea typeface="Aptos"/>
                <a:cs typeface="Aptos"/>
              </a:defRPr>
            </a:lvl2pPr>
            <a:lvl3pPr algn="ctr">
              <a:buNone/>
              <a:defRPr sz="1080">
                <a:solidFill>
                  <a:srgbClr val="617586"/>
                </a:solidFill>
                <a:latin typeface="Aptos"/>
                <a:ea typeface="Aptos"/>
                <a:cs typeface="Aptos"/>
              </a:defRPr>
            </a:lvl3pPr>
            <a:lvl4pPr algn="ctr">
              <a:buNone/>
              <a:defRPr sz="1080">
                <a:solidFill>
                  <a:srgbClr val="617586"/>
                </a:solidFill>
                <a:latin typeface="Aptos"/>
                <a:ea typeface="Aptos"/>
                <a:cs typeface="Aptos"/>
              </a:defRPr>
            </a:lvl4pPr>
            <a:lvl5pPr algn="ctr">
              <a:buNone/>
              <a:defRPr sz="1080">
                <a:solidFill>
                  <a:srgbClr val="617586"/>
                </a:solidFill>
                <a:latin typeface="Aptos"/>
                <a:ea typeface="Aptos"/>
                <a:cs typeface="Aptos"/>
              </a:defRPr>
            </a:lvl5pPr>
            <a:lvl6pPr algn="ctr">
              <a:buNone/>
              <a:defRPr sz="1080">
                <a:solidFill>
                  <a:srgbClr val="617586"/>
                </a:solidFill>
                <a:latin typeface="Aptos"/>
                <a:ea typeface="Aptos"/>
                <a:cs typeface="Aptos"/>
              </a:defRPr>
            </a:lvl6pPr>
            <a:lvl7pPr algn="ctr">
              <a:buNone/>
              <a:defRPr sz="1080">
                <a:solidFill>
                  <a:srgbClr val="617586"/>
                </a:solidFill>
                <a:latin typeface="Aptos"/>
                <a:ea typeface="Aptos"/>
                <a:cs typeface="Aptos"/>
              </a:defRPr>
            </a:lvl7pPr>
            <a:lvl8pPr algn="ctr">
              <a:buNone/>
              <a:defRPr sz="1080">
                <a:solidFill>
                  <a:srgbClr val="617586"/>
                </a:solidFill>
                <a:latin typeface="Aptos"/>
                <a:ea typeface="Aptos"/>
                <a:cs typeface="Aptos"/>
              </a:defRPr>
            </a:lvl8pPr>
            <a:lvl9pPr algn="ctr">
              <a:buNone/>
              <a:defRPr sz="1080">
                <a:solidFill>
                  <a:srgbClr val="617586"/>
                </a:solidFill>
                <a:latin typeface="Aptos"/>
                <a:ea typeface="Aptos"/>
                <a:cs typeface="Aptos"/>
              </a:defRPr>
            </a:lvl9pPr>
          </a:lstStyle>
          <a:p xmlns:a="http://schemas.openxmlformats.org/drawingml/2006/main">
            <a:pPr algn="ctr">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Konteks sesuai proyek</a:t>
            </a:r>
          </a:p>
        </p:txBody>
      </p:sp>
      <p:sp>
        <p:nvSpPr>
          <p:cNvPr id="24" name="TextBox 23">
            <a:extLst xmlns:a="http://schemas.openxmlformats.org/drawingml/2006/main">
              <a:ext uri="{FF2B5EF4-FFF2-40B4-BE49-F238E27FC236}">
                <a16:creationId xmlns:a16="http://schemas.microsoft.com/office/drawing/2014/main" id="{67613515-06D9-449C-A223-7185C16E0A69}"/>
              </a:ext>
            </a:extLst>
          </p:cNvPr>
          <p:cNvSpPr>
            <a:spLocks xmlns:a="http://schemas.openxmlformats.org/drawingml/2006/main" noGrp="1"/>
          </p:cNvSpPr>
          <p:nvPr/>
        </p:nvSpPr>
        <p:spPr>
          <a:xfrm xmlns:a="http://schemas.openxmlformats.org/drawingml/2006/main">
            <a:off x="8769096" y="2267712"/>
            <a:ext cx="329184"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800" b="1" i="0">
                <a:solidFill>
                  <a:srgbClr val="0F9D91"/>
                </a:solidFill>
                <a:latin typeface="Aptos"/>
                <a:ea typeface="Aptos"/>
                <a:cs typeface="Aptos"/>
              </a:rPr>
              <a:t>→</a:t>
            </a:r>
          </a:p>
        </p:txBody>
      </p:sp>
      <p:sp>
        <p:nvSpPr>
          <p:cNvPr id="25" name="Rounded Rectangle 24">
            <a:extLst xmlns:a="http://schemas.openxmlformats.org/drawingml/2006/main">
              <a:ext uri="{FF2B5EF4-FFF2-40B4-BE49-F238E27FC236}">
                <a16:creationId xmlns:a16="http://schemas.microsoft.com/office/drawing/2014/main" id="{D5E83972-6680-42F0-906F-9571384EDFC7}"/>
              </a:ext>
            </a:extLst>
          </p:cNvPr>
          <p:cNvSpPr>
            <a:spLocks xmlns:a="http://schemas.openxmlformats.org/drawingml/2006/main" noGrp="1"/>
          </p:cNvSpPr>
          <p:nvPr/>
        </p:nvSpPr>
        <p:spPr>
          <a:xfrm xmlns:a="http://schemas.openxmlformats.org/drawingml/2006/main">
            <a:off x="9171432" y="1828800"/>
            <a:ext cx="2331720" cy="13716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Oval 25">
            <a:extLst xmlns:a="http://schemas.openxmlformats.org/drawingml/2006/main">
              <a:ext uri="{FF2B5EF4-FFF2-40B4-BE49-F238E27FC236}">
                <a16:creationId xmlns:a16="http://schemas.microsoft.com/office/drawing/2014/main" id="{56768997-BD7A-4C58-AAF4-FF9DE2475EB4}"/>
              </a:ext>
            </a:extLst>
          </p:cNvPr>
          <p:cNvSpPr>
            <a:spLocks xmlns:a="http://schemas.openxmlformats.org/drawingml/2006/main" noGrp="1"/>
          </p:cNvSpPr>
          <p:nvPr/>
        </p:nvSpPr>
        <p:spPr>
          <a:xfrm xmlns:a="http://schemas.openxmlformats.org/drawingml/2006/main">
            <a:off x="9317736" y="1993392"/>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A1A18891-46BE-4900-9284-0B3C9CFF6D95}"/>
              </a:ext>
            </a:extLst>
          </p:cNvPr>
          <p:cNvSpPr>
            <a:spLocks xmlns:a="http://schemas.openxmlformats.org/drawingml/2006/main" noGrp="1"/>
          </p:cNvSpPr>
          <p:nvPr/>
        </p:nvSpPr>
        <p:spPr>
          <a:xfrm xmlns:a="http://schemas.openxmlformats.org/drawingml/2006/main">
            <a:off x="9317736" y="1993392"/>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04</a:t>
            </a:r>
          </a:p>
        </p:txBody>
      </p:sp>
      <p:sp>
        <p:nvSpPr>
          <p:cNvPr id="28" name="TextBox 27">
            <a:extLst xmlns:a="http://schemas.openxmlformats.org/drawingml/2006/main">
              <a:ext uri="{FF2B5EF4-FFF2-40B4-BE49-F238E27FC236}">
                <a16:creationId xmlns:a16="http://schemas.microsoft.com/office/drawing/2014/main" id="{A0B328FA-C6D1-4A4A-929A-8BA3DFD70324}"/>
              </a:ext>
            </a:extLst>
          </p:cNvPr>
          <p:cNvSpPr>
            <a:spLocks xmlns:a="http://schemas.openxmlformats.org/drawingml/2006/main" noGrp="1"/>
          </p:cNvSpPr>
          <p:nvPr/>
        </p:nvSpPr>
        <p:spPr>
          <a:xfrm xmlns:a="http://schemas.openxmlformats.org/drawingml/2006/main">
            <a:off x="9336024" y="2542032"/>
            <a:ext cx="2002536" cy="27432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300" b="1" i="0">
                <a:solidFill>
                  <a:srgbClr val="102A43"/>
                </a:solidFill>
                <a:latin typeface="Aptos"/>
                <a:ea typeface="Aptos"/>
                <a:cs typeface="Aptos"/>
              </a:rPr>
              <a:t>Jawaban bersumber</a:t>
            </a:r>
          </a:p>
        </p:txBody>
      </p:sp>
      <p:sp>
        <p:nvSpPr>
          <p:cNvPr id="29" name="TextBox 28">
            <a:extLst xmlns:a="http://schemas.openxmlformats.org/drawingml/2006/main">
              <a:ext uri="{FF2B5EF4-FFF2-40B4-BE49-F238E27FC236}">
                <a16:creationId xmlns:a16="http://schemas.microsoft.com/office/drawing/2014/main" id="{23882A76-71B6-4FF1-A109-D5CA61E5A1C8}"/>
              </a:ext>
            </a:extLst>
          </p:cNvPr>
          <p:cNvSpPr>
            <a:spLocks xmlns:a="http://schemas.openxmlformats.org/drawingml/2006/main" noGrp="1"/>
          </p:cNvSpPr>
          <p:nvPr/>
        </p:nvSpPr>
        <p:spPr>
          <a:xfrm xmlns:a="http://schemas.openxmlformats.org/drawingml/2006/main">
            <a:off x="9336024" y="2834640"/>
            <a:ext cx="2002536"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80">
                <a:solidFill>
                  <a:srgbClr val="617586"/>
                </a:solidFill>
                <a:latin typeface="Aptos"/>
                <a:ea typeface="Aptos"/>
                <a:cs typeface="Aptos"/>
              </a:defRPr>
            </a:defPPr>
            <a:lvl1pPr algn="ctr">
              <a:buNone/>
              <a:defRPr sz="1080">
                <a:solidFill>
                  <a:srgbClr val="617586"/>
                </a:solidFill>
                <a:latin typeface="Aptos"/>
                <a:ea typeface="Aptos"/>
                <a:cs typeface="Aptos"/>
              </a:defRPr>
            </a:lvl1pPr>
            <a:lvl2pPr algn="ctr">
              <a:buNone/>
              <a:defRPr sz="1080">
                <a:solidFill>
                  <a:srgbClr val="617586"/>
                </a:solidFill>
                <a:latin typeface="Aptos"/>
                <a:ea typeface="Aptos"/>
                <a:cs typeface="Aptos"/>
              </a:defRPr>
            </a:lvl2pPr>
            <a:lvl3pPr algn="ctr">
              <a:buNone/>
              <a:defRPr sz="1080">
                <a:solidFill>
                  <a:srgbClr val="617586"/>
                </a:solidFill>
                <a:latin typeface="Aptos"/>
                <a:ea typeface="Aptos"/>
                <a:cs typeface="Aptos"/>
              </a:defRPr>
            </a:lvl3pPr>
            <a:lvl4pPr algn="ctr">
              <a:buNone/>
              <a:defRPr sz="1080">
                <a:solidFill>
                  <a:srgbClr val="617586"/>
                </a:solidFill>
                <a:latin typeface="Aptos"/>
                <a:ea typeface="Aptos"/>
                <a:cs typeface="Aptos"/>
              </a:defRPr>
            </a:lvl4pPr>
            <a:lvl5pPr algn="ctr">
              <a:buNone/>
              <a:defRPr sz="1080">
                <a:solidFill>
                  <a:srgbClr val="617586"/>
                </a:solidFill>
                <a:latin typeface="Aptos"/>
                <a:ea typeface="Aptos"/>
                <a:cs typeface="Aptos"/>
              </a:defRPr>
            </a:lvl5pPr>
            <a:lvl6pPr algn="ctr">
              <a:buNone/>
              <a:defRPr sz="1080">
                <a:solidFill>
                  <a:srgbClr val="617586"/>
                </a:solidFill>
                <a:latin typeface="Aptos"/>
                <a:ea typeface="Aptos"/>
                <a:cs typeface="Aptos"/>
              </a:defRPr>
            </a:lvl6pPr>
            <a:lvl7pPr algn="ctr">
              <a:buNone/>
              <a:defRPr sz="1080">
                <a:solidFill>
                  <a:srgbClr val="617586"/>
                </a:solidFill>
                <a:latin typeface="Aptos"/>
                <a:ea typeface="Aptos"/>
                <a:cs typeface="Aptos"/>
              </a:defRPr>
            </a:lvl7pPr>
            <a:lvl8pPr algn="ctr">
              <a:buNone/>
              <a:defRPr sz="1080">
                <a:solidFill>
                  <a:srgbClr val="617586"/>
                </a:solidFill>
                <a:latin typeface="Aptos"/>
                <a:ea typeface="Aptos"/>
                <a:cs typeface="Aptos"/>
              </a:defRPr>
            </a:lvl8pPr>
            <a:lvl9pPr algn="ctr">
              <a:buNone/>
              <a:defRPr sz="1080">
                <a:solidFill>
                  <a:srgbClr val="617586"/>
                </a:solidFill>
                <a:latin typeface="Aptos"/>
                <a:ea typeface="Aptos"/>
                <a:cs typeface="Aptos"/>
              </a:defRPr>
            </a:lvl9pPr>
          </a:lstStyle>
          <a:p xmlns:a="http://schemas.openxmlformats.org/drawingml/2006/main">
            <a:pPr algn="ctr">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ID chunk + kutipan asli</a:t>
            </a:r>
          </a:p>
        </p:txBody>
      </p:sp>
      <p:sp>
        <p:nvSpPr>
          <p:cNvPr id="30" name="Rounded Rectangle 29">
            <a:extLst xmlns:a="http://schemas.openxmlformats.org/drawingml/2006/main">
              <a:ext uri="{FF2B5EF4-FFF2-40B4-BE49-F238E27FC236}">
                <a16:creationId xmlns:a16="http://schemas.microsoft.com/office/drawing/2014/main" id="{9ECE2FB7-DE5D-4727-9190-34B9BE82C403}"/>
              </a:ext>
            </a:extLst>
          </p:cNvPr>
          <p:cNvSpPr>
            <a:spLocks xmlns:a="http://schemas.openxmlformats.org/drawingml/2006/main" noGrp="1"/>
          </p:cNvSpPr>
          <p:nvPr/>
        </p:nvSpPr>
        <p:spPr>
          <a:xfrm xmlns:a="http://schemas.openxmlformats.org/drawingml/2006/main">
            <a:off x="2880360" y="3657600"/>
            <a:ext cx="6446520" cy="868680"/>
          </a:xfrm>
          <a:prstGeom xmlns:a="http://schemas.openxmlformats.org/drawingml/2006/main" prst="roundRect">
            <a:avLst>
              <a:gd name="adj" fmla="val 13158"/>
            </a:avLst>
          </a:prstGeom>
          <a:solidFill xmlns:a="http://schemas.openxmlformats.org/drawingml/2006/main">
            <a:srgbClr val="E5F7F0"/>
          </a:solidFill>
          <a:ln xmlns:a="http://schemas.openxmlformats.org/drawingml/2006/main" w="10160">
            <a:solidFill>
              <a:srgbClr val="C5E9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Oval 30">
            <a:extLst xmlns:a="http://schemas.openxmlformats.org/drawingml/2006/main">
              <a:ext uri="{FF2B5EF4-FFF2-40B4-BE49-F238E27FC236}">
                <a16:creationId xmlns:a16="http://schemas.microsoft.com/office/drawing/2014/main" id="{F236001C-394C-499A-9EBC-DF6AAF184424}"/>
              </a:ext>
            </a:extLst>
          </p:cNvPr>
          <p:cNvSpPr>
            <a:spLocks xmlns:a="http://schemas.openxmlformats.org/drawingml/2006/main" noGrp="1"/>
          </p:cNvSpPr>
          <p:nvPr/>
        </p:nvSpPr>
        <p:spPr>
          <a:xfrm xmlns:a="http://schemas.openxmlformats.org/drawingml/2006/main">
            <a:off x="3154680" y="3858768"/>
            <a:ext cx="438912" cy="438912"/>
          </a:xfrm>
          <a:prstGeom xmlns:a="http://schemas.openxmlformats.org/drawingml/2006/main" prst="ellipse">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240ED99F-1795-4B1C-B9AD-1747324612E0}"/>
              </a:ext>
            </a:extLst>
          </p:cNvPr>
          <p:cNvSpPr>
            <a:spLocks xmlns:a="http://schemas.openxmlformats.org/drawingml/2006/main" noGrp="1"/>
          </p:cNvSpPr>
          <p:nvPr/>
        </p:nvSpPr>
        <p:spPr>
          <a:xfrm xmlns:a="http://schemas.openxmlformats.org/drawingml/2006/main">
            <a:off x="3154680" y="385876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600" b="1" i="0">
                <a:solidFill>
                  <a:srgbClr val="FFFFFF"/>
                </a:solidFill>
                <a:latin typeface="Aptos"/>
                <a:ea typeface="Aptos"/>
                <a:cs typeface="Aptos"/>
              </a:rPr>
              <a:t>↗</a:t>
            </a:r>
          </a:p>
        </p:txBody>
      </p:sp>
      <p:sp>
        <p:nvSpPr>
          <p:cNvPr id="33" name="TextBox 32">
            <a:extLst xmlns:a="http://schemas.openxmlformats.org/drawingml/2006/main">
              <a:ext uri="{FF2B5EF4-FFF2-40B4-BE49-F238E27FC236}">
                <a16:creationId xmlns:a16="http://schemas.microsoft.com/office/drawing/2014/main" id="{73E91CDD-B25B-4686-B0DE-A96730F97523}"/>
              </a:ext>
            </a:extLst>
          </p:cNvPr>
          <p:cNvSpPr>
            <a:spLocks xmlns:a="http://schemas.openxmlformats.org/drawingml/2006/main" noGrp="1"/>
          </p:cNvSpPr>
          <p:nvPr/>
        </p:nvSpPr>
        <p:spPr>
          <a:xfrm xmlns:a="http://schemas.openxmlformats.org/drawingml/2006/main">
            <a:off x="3767328" y="3794760"/>
            <a:ext cx="5166360" cy="30175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500" b="1" i="0">
                <a:solidFill>
                  <a:srgbClr val="102A43"/>
                </a:solidFill>
                <a:latin typeface="Aptos"/>
                <a:ea typeface="Aptos"/>
                <a:cs typeface="Aptos"/>
              </a:rPr>
              <a:t>Rujukan ke chunk dan halaman</a:t>
            </a:r>
          </a:p>
        </p:txBody>
      </p:sp>
      <p:sp>
        <p:nvSpPr>
          <p:cNvPr id="34" name="TextBox 33">
            <a:extLst xmlns:a="http://schemas.openxmlformats.org/drawingml/2006/main">
              <a:ext uri="{FF2B5EF4-FFF2-40B4-BE49-F238E27FC236}">
                <a16:creationId xmlns:a16="http://schemas.microsoft.com/office/drawing/2014/main" id="{B6757E31-AEA1-4312-9B15-F7AA613EDE74}"/>
              </a:ext>
            </a:extLst>
          </p:cNvPr>
          <p:cNvSpPr>
            <a:spLocks xmlns:a="http://schemas.openxmlformats.org/drawingml/2006/main" noGrp="1"/>
          </p:cNvSpPr>
          <p:nvPr/>
        </p:nvSpPr>
        <p:spPr>
          <a:xfrm xmlns:a="http://schemas.openxmlformats.org/drawingml/2006/main">
            <a:off x="3767328" y="4114800"/>
            <a:ext cx="5166360" cy="20467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163">
                <a:solidFill>
                  <a:srgbClr val="08776F"/>
                </a:solidFill>
                <a:latin typeface="Aptos"/>
                <a:ea typeface="Aptos"/>
                <a:cs typeface="Aptos"/>
              </a:defRPr>
            </a:defPPr>
            <a:lvl1pPr algn="l">
              <a:buNone/>
              <a:defRPr sz="1163">
                <a:solidFill>
                  <a:srgbClr val="08776F"/>
                </a:solidFill>
                <a:latin typeface="Aptos"/>
                <a:ea typeface="Aptos"/>
                <a:cs typeface="Aptos"/>
              </a:defRPr>
            </a:lvl1pPr>
            <a:lvl2pPr algn="l">
              <a:buNone/>
              <a:defRPr sz="1163">
                <a:solidFill>
                  <a:srgbClr val="08776F"/>
                </a:solidFill>
                <a:latin typeface="Aptos"/>
                <a:ea typeface="Aptos"/>
                <a:cs typeface="Aptos"/>
              </a:defRPr>
            </a:lvl2pPr>
            <a:lvl3pPr algn="l">
              <a:buNone/>
              <a:defRPr sz="1163">
                <a:solidFill>
                  <a:srgbClr val="08776F"/>
                </a:solidFill>
                <a:latin typeface="Aptos"/>
                <a:ea typeface="Aptos"/>
                <a:cs typeface="Aptos"/>
              </a:defRPr>
            </a:lvl3pPr>
            <a:lvl4pPr algn="l">
              <a:buNone/>
              <a:defRPr sz="1163">
                <a:solidFill>
                  <a:srgbClr val="08776F"/>
                </a:solidFill>
                <a:latin typeface="Aptos"/>
                <a:ea typeface="Aptos"/>
                <a:cs typeface="Aptos"/>
              </a:defRPr>
            </a:lvl4pPr>
            <a:lvl5pPr algn="l">
              <a:buNone/>
              <a:defRPr sz="1163">
                <a:solidFill>
                  <a:srgbClr val="08776F"/>
                </a:solidFill>
                <a:latin typeface="Aptos"/>
                <a:ea typeface="Aptos"/>
                <a:cs typeface="Aptos"/>
              </a:defRPr>
            </a:lvl5pPr>
            <a:lvl6pPr algn="l">
              <a:buNone/>
              <a:defRPr sz="1163">
                <a:solidFill>
                  <a:srgbClr val="08776F"/>
                </a:solidFill>
                <a:latin typeface="Aptos"/>
                <a:ea typeface="Aptos"/>
                <a:cs typeface="Aptos"/>
              </a:defRPr>
            </a:lvl6pPr>
            <a:lvl7pPr algn="l">
              <a:buNone/>
              <a:defRPr sz="1163">
                <a:solidFill>
                  <a:srgbClr val="08776F"/>
                </a:solidFill>
                <a:latin typeface="Aptos"/>
                <a:ea typeface="Aptos"/>
                <a:cs typeface="Aptos"/>
              </a:defRPr>
            </a:lvl7pPr>
            <a:lvl8pPr algn="l">
              <a:buNone/>
              <a:defRPr sz="1163">
                <a:solidFill>
                  <a:srgbClr val="08776F"/>
                </a:solidFill>
                <a:latin typeface="Aptos"/>
                <a:ea typeface="Aptos"/>
                <a:cs typeface="Aptos"/>
              </a:defRPr>
            </a:lvl8pPr>
            <a:lvl9pPr algn="l">
              <a:buNone/>
              <a:defRPr sz="1163">
                <a:solidFill>
                  <a:srgbClr val="08776F"/>
                </a:solidFill>
                <a:latin typeface="Aptos"/>
                <a:ea typeface="Aptos"/>
                <a:cs typeface="Aptos"/>
              </a:defRPr>
            </a:lvl9pPr>
          </a:lstStyle>
          <a:p xmlns:a="http://schemas.openxmlformats.org/drawingml/2006/main">
            <a:pPr algn="l">
              <a:spcBef>
                <a:spcPts val="0"/>
              </a:spcBef>
              <a:spcAft>
                <a:spcPts val="0"/>
              </a:spcAft>
              <a:buNone/>
              <a:defRPr sz="1163">
                <a:solidFill>
                  <a:srgbClr val="08776F"/>
                </a:solidFill>
                <a:latin typeface="Aptos"/>
                <a:ea typeface="Aptos"/>
                <a:cs typeface="Aptos"/>
              </a:defRPr>
            </a:pPr>
            <a:r>
              <a:rPr sz="1163" b="0" i="0">
                <a:solidFill>
                  <a:srgbClr val="08776F"/>
                </a:solidFill>
                <a:latin typeface="Aptos"/>
                <a:ea typeface="Aptos"/>
                <a:cs typeface="Aptos"/>
              </a:rPr>
              <a:t>Server memeriksa ID sumber dan menyalin kutipan teks asli.</a:t>
            </a:r>
          </a:p>
        </p:txBody>
      </p:sp>
      <p:sp>
        <p:nvSpPr>
          <p:cNvPr id="35" name="Rounded Rectangle 34">
            <a:extLst xmlns:a="http://schemas.openxmlformats.org/drawingml/2006/main">
              <a:ext uri="{FF2B5EF4-FFF2-40B4-BE49-F238E27FC236}">
                <a16:creationId xmlns:a16="http://schemas.microsoft.com/office/drawing/2014/main" id="{DB6B7F7D-2BC7-4C37-AF78-B2FB4F069C8E}"/>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Rectangle 35">
            <a:extLst xmlns:a="http://schemas.openxmlformats.org/drawingml/2006/main">
              <a:ext uri="{FF2B5EF4-FFF2-40B4-BE49-F238E27FC236}">
                <a16:creationId xmlns:a16="http://schemas.microsoft.com/office/drawing/2014/main" id="{F39E61E7-E77E-4A5D-8DCB-E2D258D07E37}"/>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C54F79A0-0689-4919-8478-4788BBD49115}"/>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Chat menggabungkan topik, pertanyaan riset, kata kunci, dan pertanyaan pengguna untuk mencari enam chunk relevan dalam proyek yang sama.</a:t>
            </a:r>
          </a:p>
        </p:txBody>
      </p:sp>
      <p:sp>
        <p:nvSpPr>
          <p:cNvPr id="38" name="TextBox 37">
            <a:extLst xmlns:a="http://schemas.openxmlformats.org/drawingml/2006/main">
              <a:ext uri="{FF2B5EF4-FFF2-40B4-BE49-F238E27FC236}">
                <a16:creationId xmlns:a16="http://schemas.microsoft.com/office/drawing/2014/main" id="{08D3CF7C-5949-4086-AA98-80F0F5834425}"/>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Qdrant mencari konteks sesuai topik proyek. Analisis artikel memakai seluruh chunk. Aplikasi memeriksa model, dimensi, dan status sumber.</a:t>
            </a:r>
          </a:p>
        </p:txBody>
      </p:sp>
      <p:sp>
        <p:nvSpPr>
          <p:cNvPr id="39" name="Connector 38">
            <a:extLst xmlns:a="http://schemas.openxmlformats.org/drawingml/2006/main">
              <a:ext uri="{FF2B5EF4-FFF2-40B4-BE49-F238E27FC236}">
                <a16:creationId xmlns:a16="http://schemas.microsoft.com/office/drawing/2014/main" id="{DF9E8AB6-3DC7-4A4A-AF00-91D869574E26}"/>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0" name="TextBox 39">
            <a:extLst xmlns:a="http://schemas.openxmlformats.org/drawingml/2006/main">
              <a:ext uri="{FF2B5EF4-FFF2-40B4-BE49-F238E27FC236}">
                <a16:creationId xmlns:a16="http://schemas.microsoft.com/office/drawing/2014/main" id="{7D6A2452-ECAA-4825-8CC1-19EE46E74A42}"/>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41" name="TextBox 40">
            <a:extLst xmlns:a="http://schemas.openxmlformats.org/drawingml/2006/main">
              <a:ext uri="{FF2B5EF4-FFF2-40B4-BE49-F238E27FC236}">
                <a16:creationId xmlns:a16="http://schemas.microsoft.com/office/drawing/2014/main" id="{877858F6-B23F-4ED6-A2CD-33C2308A884E}"/>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09 / 15</a:t>
            </a:r>
          </a:p>
        </p:txBody>
      </p:sp>
    </p:spTree>
    <p:extLst>
      <p:ext uri="{BB962C8B-B14F-4D97-AF65-F5344CB8AC3E}">
        <p14:creationId xmlns:p14="http://schemas.microsoft.com/office/powerpoint/2010/main" val="2001377047"/>
      </p:ext>
    </p:extLst>
  </p:cSld>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95BED3E-259E-4CCA-BF70-C7BFFF29F428}"/>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ED02F8A1-9692-43DA-90C1-11998805C064}"/>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SINTESIS LITERATUR</a:t>
            </a:r>
          </a:p>
        </p:txBody>
      </p:sp>
      <p:sp>
        <p:nvSpPr>
          <p:cNvPr id="4" name="TextBox 3">
            <a:extLst xmlns:a="http://schemas.openxmlformats.org/drawingml/2006/main">
              <a:ext uri="{FF2B5EF4-FFF2-40B4-BE49-F238E27FC236}">
                <a16:creationId xmlns:a16="http://schemas.microsoft.com/office/drawing/2014/main" id="{43AB42A6-F711-44C1-8255-008E8DBA5C21}"/>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Matriks sampai verifikasi</a:t>
            </a:r>
          </a:p>
        </p:txBody>
      </p:sp>
      <p:sp>
        <p:nvSpPr>
          <p:cNvPr id="5" name="Rectangle 4">
            <a:extLst xmlns:a="http://schemas.openxmlformats.org/drawingml/2006/main">
              <a:ext uri="{FF2B5EF4-FFF2-40B4-BE49-F238E27FC236}">
                <a16:creationId xmlns:a16="http://schemas.microsoft.com/office/drawing/2014/main" id="{2F34C2E2-71DB-498A-A6BD-95C770BFBC1A}"/>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C25C99E0-0098-4535-9733-080A4AF413BA}"/>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0B16454D-7A76-42BE-BA0B-F162BEF01A50}"/>
              </a:ext>
            </a:extLst>
          </p:cNvPr>
          <p:cNvSpPr>
            <a:spLocks xmlns:a="http://schemas.openxmlformats.org/drawingml/2006/main" noGrp="1"/>
          </p:cNvSpPr>
          <p:nvPr/>
        </p:nvSpPr>
        <p:spPr>
          <a:xfrm xmlns:a="http://schemas.openxmlformats.org/drawingml/2006/main">
            <a:off x="713232" y="1481328"/>
            <a:ext cx="6629400" cy="3639312"/>
          </a:xfrm>
          <a:prstGeom xmlns:a="http://schemas.openxmlformats.org/drawingml/2006/main" prst="roundRect">
            <a:avLst>
              <a:gd name="adj" fmla="val 523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 name="Picture 7">
            <a:extLst xmlns:a="http://schemas.openxmlformats.org/drawingml/2006/main">
              <a:ext uri="{FF2B5EF4-FFF2-40B4-BE49-F238E27FC236}">
                <a16:creationId xmlns:a16="http://schemas.microsoft.com/office/drawing/2014/main" id="{AF4A46B9-859C-4094-B1ED-16E21E2724F4}"/>
              </a:ext>
            </a:extLst>
          </p:cNvPr>
          <p:cNvPicPr>
            <a:picLocks xmlns:a="http://schemas.openxmlformats.org/drawingml/2006/main" noChangeAspect="1"/>
          </p:cNvPicPr>
          <p:nvPr/>
        </p:nvPicPr>
        <p:blipFill>
          <a:blip xmlns:r="http://schemas.openxmlformats.org/officeDocument/2006/relationships" xmlns:a="http://schemas.openxmlformats.org/drawingml/2006/main" r:embed="R262b39863bc448ea"/>
          <a:stretch xmlns:a="http://schemas.openxmlformats.org/drawingml/2006/main">
            <a:fillRect l="0" t="0" r="0" b="0"/>
          </a:stretch>
        </p:blipFill>
        <p:spPr>
          <a:xfrm xmlns:a="http://schemas.openxmlformats.org/drawingml/2006/main">
            <a:off x="805912" y="1572768"/>
            <a:ext cx="6444039" cy="3456432"/>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19ECC577-7D99-424E-B2B9-3A71293E482A}"/>
              </a:ext>
            </a:extLst>
          </p:cNvPr>
          <p:cNvSpPr>
            <a:spLocks xmlns:a="http://schemas.openxmlformats.org/drawingml/2006/main" noGrp="1"/>
          </p:cNvSpPr>
          <p:nvPr/>
        </p:nvSpPr>
        <p:spPr>
          <a:xfrm xmlns:a="http://schemas.openxmlformats.org/drawingml/2006/main">
            <a:off x="7662672" y="1554480"/>
            <a:ext cx="3749039" cy="1874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50" b="1">
                <a:solidFill>
                  <a:srgbClr val="08776F"/>
                </a:solidFill>
                <a:latin typeface="Aptos"/>
                <a:ea typeface="Aptos"/>
                <a:cs typeface="Aptos"/>
              </a:defRPr>
            </a:defPPr>
            <a:lvl1pPr algn="l">
              <a:buNone/>
              <a:defRPr sz="1050" b="1">
                <a:solidFill>
                  <a:srgbClr val="08776F"/>
                </a:solidFill>
                <a:latin typeface="Aptos"/>
                <a:ea typeface="Aptos"/>
                <a:cs typeface="Aptos"/>
              </a:defRPr>
            </a:lvl1pPr>
            <a:lvl2pPr algn="l">
              <a:buNone/>
              <a:defRPr sz="1050" b="1">
                <a:solidFill>
                  <a:srgbClr val="08776F"/>
                </a:solidFill>
                <a:latin typeface="Aptos"/>
                <a:ea typeface="Aptos"/>
                <a:cs typeface="Aptos"/>
              </a:defRPr>
            </a:lvl2pPr>
            <a:lvl3pPr algn="l">
              <a:buNone/>
              <a:defRPr sz="1050" b="1">
                <a:solidFill>
                  <a:srgbClr val="08776F"/>
                </a:solidFill>
                <a:latin typeface="Aptos"/>
                <a:ea typeface="Aptos"/>
                <a:cs typeface="Aptos"/>
              </a:defRPr>
            </a:lvl3pPr>
            <a:lvl4pPr algn="l">
              <a:buNone/>
              <a:defRPr sz="1050" b="1">
                <a:solidFill>
                  <a:srgbClr val="08776F"/>
                </a:solidFill>
                <a:latin typeface="Aptos"/>
                <a:ea typeface="Aptos"/>
                <a:cs typeface="Aptos"/>
              </a:defRPr>
            </a:lvl4pPr>
            <a:lvl5pPr algn="l">
              <a:buNone/>
              <a:defRPr sz="1050" b="1">
                <a:solidFill>
                  <a:srgbClr val="08776F"/>
                </a:solidFill>
                <a:latin typeface="Aptos"/>
                <a:ea typeface="Aptos"/>
                <a:cs typeface="Aptos"/>
              </a:defRPr>
            </a:lvl5pPr>
            <a:lvl6pPr algn="l">
              <a:buNone/>
              <a:defRPr sz="1050" b="1">
                <a:solidFill>
                  <a:srgbClr val="08776F"/>
                </a:solidFill>
                <a:latin typeface="Aptos"/>
                <a:ea typeface="Aptos"/>
                <a:cs typeface="Aptos"/>
              </a:defRPr>
            </a:lvl6pPr>
            <a:lvl7pPr algn="l">
              <a:buNone/>
              <a:defRPr sz="1050" b="1">
                <a:solidFill>
                  <a:srgbClr val="08776F"/>
                </a:solidFill>
                <a:latin typeface="Aptos"/>
                <a:ea typeface="Aptos"/>
                <a:cs typeface="Aptos"/>
              </a:defRPr>
            </a:lvl7pPr>
            <a:lvl8pPr algn="l">
              <a:buNone/>
              <a:defRPr sz="1050" b="1">
                <a:solidFill>
                  <a:srgbClr val="08776F"/>
                </a:solidFill>
                <a:latin typeface="Aptos"/>
                <a:ea typeface="Aptos"/>
                <a:cs typeface="Aptos"/>
              </a:defRPr>
            </a:lvl8pPr>
            <a:lvl9pPr algn="l">
              <a:buNone/>
              <a:defRPr sz="1050" b="1">
                <a:solidFill>
                  <a:srgbClr val="08776F"/>
                </a:solidFill>
                <a:latin typeface="Aptos"/>
                <a:ea typeface="Aptos"/>
                <a:cs typeface="Aptos"/>
              </a:defRPr>
            </a:lvl9pPr>
          </a:lstStyle>
          <a:p xmlns:a="http://schemas.openxmlformats.org/drawingml/2006/main">
            <a:pPr algn="l">
              <a:spcBef>
                <a:spcPts val="0"/>
              </a:spcBef>
              <a:spcAft>
                <a:spcPts val="0"/>
              </a:spcAft>
              <a:buNone/>
              <a:defRPr sz="1050" b="1">
                <a:solidFill>
                  <a:srgbClr val="08776F"/>
                </a:solidFill>
                <a:latin typeface="Aptos"/>
                <a:ea typeface="Aptos"/>
                <a:cs typeface="Aptos"/>
              </a:defRPr>
            </a:pPr>
            <a:r>
              <a:rPr sz="1050" b="1" i="0" spc="35">
                <a:solidFill>
                  <a:srgbClr val="08776F"/>
                </a:solidFill>
                <a:latin typeface="Aptos"/>
                <a:ea typeface="Aptos"/>
                <a:cs typeface="Aptos"/>
              </a:rPr>
              <a:t>PERBANDINGAN DAN PEMERIKSAAN</a:t>
            </a:r>
          </a:p>
        </p:txBody>
      </p:sp>
      <p:sp>
        <p:nvSpPr>
          <p:cNvPr id="10" name="Rounded Rectangle 9">
            <a:extLst xmlns:a="http://schemas.openxmlformats.org/drawingml/2006/main">
              <a:ext uri="{FF2B5EF4-FFF2-40B4-BE49-F238E27FC236}">
                <a16:creationId xmlns:a16="http://schemas.microsoft.com/office/drawing/2014/main" id="{90135A14-64DB-485F-B936-F64DB1608383}"/>
              </a:ext>
            </a:extLst>
          </p:cNvPr>
          <p:cNvSpPr>
            <a:spLocks xmlns:a="http://schemas.openxmlformats.org/drawingml/2006/main" noGrp="1"/>
          </p:cNvSpPr>
          <p:nvPr/>
        </p:nvSpPr>
        <p:spPr>
          <a:xfrm xmlns:a="http://schemas.openxmlformats.org/drawingml/2006/main">
            <a:off x="7644383" y="1901952"/>
            <a:ext cx="3822191"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80C3ECD5-9DE7-4CBE-BB28-3C5EF72F8450}"/>
              </a:ext>
            </a:extLst>
          </p:cNvPr>
          <p:cNvSpPr>
            <a:spLocks xmlns:a="http://schemas.openxmlformats.org/drawingml/2006/main" noGrp="1"/>
          </p:cNvSpPr>
          <p:nvPr/>
        </p:nvSpPr>
        <p:spPr>
          <a:xfrm xmlns:a="http://schemas.openxmlformats.org/drawingml/2006/main">
            <a:off x="7808975" y="2029968"/>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4A893A8A-13D2-4D93-87B7-67B0CA923B69}"/>
              </a:ext>
            </a:extLst>
          </p:cNvPr>
          <p:cNvSpPr>
            <a:spLocks xmlns:a="http://schemas.openxmlformats.org/drawingml/2006/main" noGrp="1"/>
          </p:cNvSpPr>
          <p:nvPr/>
        </p:nvSpPr>
        <p:spPr>
          <a:xfrm xmlns:a="http://schemas.openxmlformats.org/drawingml/2006/main">
            <a:off x="7808975" y="2029968"/>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1</a:t>
            </a:r>
          </a:p>
        </p:txBody>
      </p:sp>
      <p:sp>
        <p:nvSpPr>
          <p:cNvPr id="13" name="TextBox 12">
            <a:extLst xmlns:a="http://schemas.openxmlformats.org/drawingml/2006/main">
              <a:ext uri="{FF2B5EF4-FFF2-40B4-BE49-F238E27FC236}">
                <a16:creationId xmlns:a16="http://schemas.microsoft.com/office/drawing/2014/main" id="{1542B0A3-458D-46AD-A0BF-6BFC2B4BDBDD}"/>
              </a:ext>
            </a:extLst>
          </p:cNvPr>
          <p:cNvSpPr>
            <a:spLocks xmlns:a="http://schemas.openxmlformats.org/drawingml/2006/main" noGrp="1"/>
          </p:cNvSpPr>
          <p:nvPr/>
        </p:nvSpPr>
        <p:spPr>
          <a:xfrm xmlns:a="http://schemas.openxmlformats.org/drawingml/2006/main">
            <a:off x="8302752" y="1975104"/>
            <a:ext cx="1280160" cy="22860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150" b="1" i="0">
                <a:solidFill>
                  <a:srgbClr val="102A43"/>
                </a:solidFill>
                <a:latin typeface="Aptos"/>
                <a:ea typeface="Aptos"/>
                <a:cs typeface="Aptos"/>
              </a:rPr>
              <a:t>Matriks</a:t>
            </a:r>
          </a:p>
        </p:txBody>
      </p:sp>
      <p:sp>
        <p:nvSpPr>
          <p:cNvPr id="14" name="TextBox 13">
            <a:extLst xmlns:a="http://schemas.openxmlformats.org/drawingml/2006/main">
              <a:ext uri="{FF2B5EF4-FFF2-40B4-BE49-F238E27FC236}">
                <a16:creationId xmlns:a16="http://schemas.microsoft.com/office/drawing/2014/main" id="{7B998CFF-FC7C-4D8B-89BA-BE6293074E41}"/>
              </a:ext>
            </a:extLst>
          </p:cNvPr>
          <p:cNvSpPr>
            <a:spLocks xmlns:a="http://schemas.openxmlformats.org/drawingml/2006/main" noGrp="1"/>
          </p:cNvSpPr>
          <p:nvPr/>
        </p:nvSpPr>
        <p:spPr>
          <a:xfrm xmlns:a="http://schemas.openxmlformats.org/drawingml/2006/main">
            <a:off x="8302752" y="2212848"/>
            <a:ext cx="288036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Tujuan, metode, sampel, temuan</a:t>
            </a:r>
          </a:p>
        </p:txBody>
      </p:sp>
      <p:sp>
        <p:nvSpPr>
          <p:cNvPr id="15" name="Rounded Rectangle 14">
            <a:extLst xmlns:a="http://schemas.openxmlformats.org/drawingml/2006/main">
              <a:ext uri="{FF2B5EF4-FFF2-40B4-BE49-F238E27FC236}">
                <a16:creationId xmlns:a16="http://schemas.microsoft.com/office/drawing/2014/main" id="{9098123C-6D14-48A3-BF83-1528FAE73654}"/>
              </a:ext>
            </a:extLst>
          </p:cNvPr>
          <p:cNvSpPr>
            <a:spLocks xmlns:a="http://schemas.openxmlformats.org/drawingml/2006/main" noGrp="1"/>
          </p:cNvSpPr>
          <p:nvPr/>
        </p:nvSpPr>
        <p:spPr>
          <a:xfrm xmlns:a="http://schemas.openxmlformats.org/drawingml/2006/main">
            <a:off x="7644383" y="2660904"/>
            <a:ext cx="3822191"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EC950991-19BE-49F4-AB09-9EC4D87E5E2A}"/>
              </a:ext>
            </a:extLst>
          </p:cNvPr>
          <p:cNvSpPr>
            <a:spLocks xmlns:a="http://schemas.openxmlformats.org/drawingml/2006/main" noGrp="1"/>
          </p:cNvSpPr>
          <p:nvPr/>
        </p:nvSpPr>
        <p:spPr>
          <a:xfrm xmlns:a="http://schemas.openxmlformats.org/drawingml/2006/main">
            <a:off x="7808975" y="2788920"/>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DDC02260-18B4-476E-9C72-B9A88711CCAD}"/>
              </a:ext>
            </a:extLst>
          </p:cNvPr>
          <p:cNvSpPr>
            <a:spLocks xmlns:a="http://schemas.openxmlformats.org/drawingml/2006/main" noGrp="1"/>
          </p:cNvSpPr>
          <p:nvPr/>
        </p:nvSpPr>
        <p:spPr>
          <a:xfrm xmlns:a="http://schemas.openxmlformats.org/drawingml/2006/main">
            <a:off x="7808975" y="2788920"/>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2</a:t>
            </a:r>
          </a:p>
        </p:txBody>
      </p:sp>
      <p:sp>
        <p:nvSpPr>
          <p:cNvPr id="18" name="TextBox 17">
            <a:extLst xmlns:a="http://schemas.openxmlformats.org/drawingml/2006/main">
              <a:ext uri="{FF2B5EF4-FFF2-40B4-BE49-F238E27FC236}">
                <a16:creationId xmlns:a16="http://schemas.microsoft.com/office/drawing/2014/main" id="{D8FA12CB-C17B-4D64-AA17-767E4B4FA276}"/>
              </a:ext>
            </a:extLst>
          </p:cNvPr>
          <p:cNvSpPr>
            <a:spLocks xmlns:a="http://schemas.openxmlformats.org/drawingml/2006/main" noGrp="1"/>
          </p:cNvSpPr>
          <p:nvPr/>
        </p:nvSpPr>
        <p:spPr>
          <a:xfrm xmlns:a="http://schemas.openxmlformats.org/drawingml/2006/main">
            <a:off x="8302752" y="2734056"/>
            <a:ext cx="1280160" cy="22860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150" b="1" i="0">
                <a:solidFill>
                  <a:srgbClr val="102A43"/>
                </a:solidFill>
                <a:latin typeface="Aptos"/>
                <a:ea typeface="Aptos"/>
                <a:cs typeface="Aptos"/>
              </a:rPr>
              <a:t>Sintesis</a:t>
            </a:r>
          </a:p>
        </p:txBody>
      </p:sp>
      <p:sp>
        <p:nvSpPr>
          <p:cNvPr id="19" name="TextBox 18">
            <a:extLst xmlns:a="http://schemas.openxmlformats.org/drawingml/2006/main">
              <a:ext uri="{FF2B5EF4-FFF2-40B4-BE49-F238E27FC236}">
                <a16:creationId xmlns:a16="http://schemas.microsoft.com/office/drawing/2014/main" id="{0A117D45-3E7F-4389-B2EC-2A40591F9CA1}"/>
              </a:ext>
            </a:extLst>
          </p:cNvPr>
          <p:cNvSpPr>
            <a:spLocks xmlns:a="http://schemas.openxmlformats.org/drawingml/2006/main" noGrp="1"/>
          </p:cNvSpPr>
          <p:nvPr/>
        </p:nvSpPr>
        <p:spPr>
          <a:xfrm xmlns:a="http://schemas.openxmlformats.org/drawingml/2006/main">
            <a:off x="8302752" y="2971800"/>
            <a:ext cx="288036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Pola sejalan dan perbedaan</a:t>
            </a:r>
          </a:p>
        </p:txBody>
      </p:sp>
      <p:sp>
        <p:nvSpPr>
          <p:cNvPr id="20" name="Rounded Rectangle 19">
            <a:extLst xmlns:a="http://schemas.openxmlformats.org/drawingml/2006/main">
              <a:ext uri="{FF2B5EF4-FFF2-40B4-BE49-F238E27FC236}">
                <a16:creationId xmlns:a16="http://schemas.microsoft.com/office/drawing/2014/main" id="{3F0C4458-0E40-4719-A413-344C1251A508}"/>
              </a:ext>
            </a:extLst>
          </p:cNvPr>
          <p:cNvSpPr>
            <a:spLocks xmlns:a="http://schemas.openxmlformats.org/drawingml/2006/main" noGrp="1"/>
          </p:cNvSpPr>
          <p:nvPr/>
        </p:nvSpPr>
        <p:spPr>
          <a:xfrm xmlns:a="http://schemas.openxmlformats.org/drawingml/2006/main">
            <a:off x="7644383" y="3419856"/>
            <a:ext cx="3822191"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770620C6-5FF0-421D-95E3-9E5842DA9706}"/>
              </a:ext>
            </a:extLst>
          </p:cNvPr>
          <p:cNvSpPr>
            <a:spLocks xmlns:a="http://schemas.openxmlformats.org/drawingml/2006/main" noGrp="1"/>
          </p:cNvSpPr>
          <p:nvPr/>
        </p:nvSpPr>
        <p:spPr>
          <a:xfrm xmlns:a="http://schemas.openxmlformats.org/drawingml/2006/main">
            <a:off x="7808975" y="3547872"/>
            <a:ext cx="365760" cy="36576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80121B12-F113-4D4B-93E1-E692564818A2}"/>
              </a:ext>
            </a:extLst>
          </p:cNvPr>
          <p:cNvSpPr>
            <a:spLocks xmlns:a="http://schemas.openxmlformats.org/drawingml/2006/main" noGrp="1"/>
          </p:cNvSpPr>
          <p:nvPr/>
        </p:nvSpPr>
        <p:spPr>
          <a:xfrm xmlns:a="http://schemas.openxmlformats.org/drawingml/2006/main">
            <a:off x="7808975" y="3547872"/>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3</a:t>
            </a:r>
          </a:p>
        </p:txBody>
      </p:sp>
      <p:sp>
        <p:nvSpPr>
          <p:cNvPr id="23" name="TextBox 22">
            <a:extLst xmlns:a="http://schemas.openxmlformats.org/drawingml/2006/main">
              <a:ext uri="{FF2B5EF4-FFF2-40B4-BE49-F238E27FC236}">
                <a16:creationId xmlns:a16="http://schemas.microsoft.com/office/drawing/2014/main" id="{E2F34E6E-A48E-4774-86B7-90678E630D88}"/>
              </a:ext>
            </a:extLst>
          </p:cNvPr>
          <p:cNvSpPr>
            <a:spLocks xmlns:a="http://schemas.openxmlformats.org/drawingml/2006/main" noGrp="1"/>
          </p:cNvSpPr>
          <p:nvPr/>
        </p:nvSpPr>
        <p:spPr>
          <a:xfrm xmlns:a="http://schemas.openxmlformats.org/drawingml/2006/main">
            <a:off x="8302752" y="3493008"/>
            <a:ext cx="1280160" cy="22860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150" b="1" i="0">
                <a:solidFill>
                  <a:srgbClr val="102A43"/>
                </a:solidFill>
                <a:latin typeface="Aptos"/>
                <a:ea typeface="Aptos"/>
                <a:cs typeface="Aptos"/>
              </a:rPr>
              <a:t>Kandidat celah</a:t>
            </a:r>
          </a:p>
        </p:txBody>
      </p:sp>
      <p:sp>
        <p:nvSpPr>
          <p:cNvPr id="24" name="TextBox 23">
            <a:extLst xmlns:a="http://schemas.openxmlformats.org/drawingml/2006/main">
              <a:ext uri="{FF2B5EF4-FFF2-40B4-BE49-F238E27FC236}">
                <a16:creationId xmlns:a16="http://schemas.microsoft.com/office/drawing/2014/main" id="{DDE7B6A8-66DF-46D7-84B3-0AA4098D3EE8}"/>
              </a:ext>
            </a:extLst>
          </p:cNvPr>
          <p:cNvSpPr>
            <a:spLocks xmlns:a="http://schemas.openxmlformats.org/drawingml/2006/main" noGrp="1"/>
          </p:cNvSpPr>
          <p:nvPr/>
        </p:nvSpPr>
        <p:spPr>
          <a:xfrm xmlns:a="http://schemas.openxmlformats.org/drawingml/2006/main">
            <a:off x="8302752" y="3730752"/>
            <a:ext cx="288036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Alasan dan sumber pendukung</a:t>
            </a:r>
          </a:p>
        </p:txBody>
      </p:sp>
      <p:sp>
        <p:nvSpPr>
          <p:cNvPr id="25" name="Rounded Rectangle 24">
            <a:extLst xmlns:a="http://schemas.openxmlformats.org/drawingml/2006/main">
              <a:ext uri="{FF2B5EF4-FFF2-40B4-BE49-F238E27FC236}">
                <a16:creationId xmlns:a16="http://schemas.microsoft.com/office/drawing/2014/main" id="{5B8DBF90-08C8-4F40-85BB-F58F60438922}"/>
              </a:ext>
            </a:extLst>
          </p:cNvPr>
          <p:cNvSpPr>
            <a:spLocks xmlns:a="http://schemas.openxmlformats.org/drawingml/2006/main" noGrp="1"/>
          </p:cNvSpPr>
          <p:nvPr/>
        </p:nvSpPr>
        <p:spPr>
          <a:xfrm xmlns:a="http://schemas.openxmlformats.org/drawingml/2006/main">
            <a:off x="7644383" y="4178808"/>
            <a:ext cx="3822191" cy="621792"/>
          </a:xfrm>
          <a:prstGeom xmlns:a="http://schemas.openxmlformats.org/drawingml/2006/main" prst="roundRect">
            <a:avLst>
              <a:gd name="adj" fmla="val 18382"/>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Oval 25">
            <a:extLst xmlns:a="http://schemas.openxmlformats.org/drawingml/2006/main">
              <a:ext uri="{FF2B5EF4-FFF2-40B4-BE49-F238E27FC236}">
                <a16:creationId xmlns:a16="http://schemas.microsoft.com/office/drawing/2014/main" id="{1ACD57D2-FEA6-4764-8E54-579B67CAE9BA}"/>
              </a:ext>
            </a:extLst>
          </p:cNvPr>
          <p:cNvSpPr>
            <a:spLocks xmlns:a="http://schemas.openxmlformats.org/drawingml/2006/main" noGrp="1"/>
          </p:cNvSpPr>
          <p:nvPr/>
        </p:nvSpPr>
        <p:spPr>
          <a:xfrm xmlns:a="http://schemas.openxmlformats.org/drawingml/2006/main">
            <a:off x="7808975" y="4306824"/>
            <a:ext cx="365760" cy="365760"/>
          </a:xfrm>
          <a:prstGeom xmlns:a="http://schemas.openxmlformats.org/drawingml/2006/main" prst="ellipse">
            <a:avLst/>
          </a:prstGeom>
          <a:solidFill xmlns:a="http://schemas.openxmlformats.org/drawingml/2006/main">
            <a:srgbClr val="FFF0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86527CFA-7649-4EE5-A3E5-579B03F66FD5}"/>
              </a:ext>
            </a:extLst>
          </p:cNvPr>
          <p:cNvSpPr>
            <a:spLocks xmlns:a="http://schemas.openxmlformats.org/drawingml/2006/main" noGrp="1"/>
          </p:cNvSpPr>
          <p:nvPr/>
        </p:nvSpPr>
        <p:spPr>
          <a:xfrm xmlns:a="http://schemas.openxmlformats.org/drawingml/2006/main">
            <a:off x="7808975" y="4306824"/>
            <a:ext cx="365760" cy="36576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E58C64"/>
                </a:solidFill>
                <a:latin typeface="Aptos"/>
                <a:ea typeface="Aptos"/>
                <a:cs typeface="Aptos"/>
              </a:rPr>
              <a:t>4</a:t>
            </a:r>
          </a:p>
        </p:txBody>
      </p:sp>
      <p:sp>
        <p:nvSpPr>
          <p:cNvPr id="28" name="TextBox 27">
            <a:extLst xmlns:a="http://schemas.openxmlformats.org/drawingml/2006/main">
              <a:ext uri="{FF2B5EF4-FFF2-40B4-BE49-F238E27FC236}">
                <a16:creationId xmlns:a16="http://schemas.microsoft.com/office/drawing/2014/main" id="{413F6296-5685-4BAE-A7E4-A222ABFDA661}"/>
              </a:ext>
            </a:extLst>
          </p:cNvPr>
          <p:cNvSpPr>
            <a:spLocks xmlns:a="http://schemas.openxmlformats.org/drawingml/2006/main" noGrp="1"/>
          </p:cNvSpPr>
          <p:nvPr/>
        </p:nvSpPr>
        <p:spPr>
          <a:xfrm xmlns:a="http://schemas.openxmlformats.org/drawingml/2006/main">
            <a:off x="8302752" y="4251960"/>
            <a:ext cx="1280160" cy="22860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150" b="1" i="0">
                <a:solidFill>
                  <a:srgbClr val="102A43"/>
                </a:solidFill>
                <a:latin typeface="Aptos"/>
                <a:ea typeface="Aptos"/>
                <a:cs typeface="Aptos"/>
              </a:rPr>
              <a:t>Verifikasi</a:t>
            </a:r>
          </a:p>
        </p:txBody>
      </p:sp>
      <p:sp>
        <p:nvSpPr>
          <p:cNvPr id="29" name="TextBox 28">
            <a:extLst xmlns:a="http://schemas.openxmlformats.org/drawingml/2006/main">
              <a:ext uri="{FF2B5EF4-FFF2-40B4-BE49-F238E27FC236}">
                <a16:creationId xmlns:a16="http://schemas.microsoft.com/office/drawing/2014/main" id="{4CB27CF2-8902-4F15-8671-9BCD10341E31}"/>
              </a:ext>
            </a:extLst>
          </p:cNvPr>
          <p:cNvSpPr>
            <a:spLocks xmlns:a="http://schemas.openxmlformats.org/drawingml/2006/main" noGrp="1"/>
          </p:cNvSpPr>
          <p:nvPr/>
        </p:nvSpPr>
        <p:spPr>
          <a:xfrm xmlns:a="http://schemas.openxmlformats.org/drawingml/2006/main">
            <a:off x="8302752" y="4489704"/>
            <a:ext cx="288036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Klaim, kutipan, serta metadata</a:t>
            </a:r>
          </a:p>
        </p:txBody>
      </p:sp>
      <p:sp>
        <p:nvSpPr>
          <p:cNvPr id="30" name="Rounded Rectangle 29">
            <a:extLst xmlns:a="http://schemas.openxmlformats.org/drawingml/2006/main">
              <a:ext uri="{FF2B5EF4-FFF2-40B4-BE49-F238E27FC236}">
                <a16:creationId xmlns:a16="http://schemas.microsoft.com/office/drawing/2014/main" id="{B053CBCC-5F53-4F2C-BFAC-FB8EEF769FFD}"/>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29570F25-80B4-4FC7-BEAC-810A7CC84674}"/>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CEC73082-F133-4166-9644-D9288F8739AD}"/>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Matriks mendukung sintesis lintas artikel dan usulan celah riset. Verification memeriksa bukti, tetapi pengguna tetap menilai atribusi dan kesimpulan.</a:t>
            </a:r>
          </a:p>
        </p:txBody>
      </p:sp>
      <p:sp>
        <p:nvSpPr>
          <p:cNvPr id="33" name="TextBox 32">
            <a:extLst xmlns:a="http://schemas.openxmlformats.org/drawingml/2006/main">
              <a:ext uri="{FF2B5EF4-FFF2-40B4-BE49-F238E27FC236}">
                <a16:creationId xmlns:a16="http://schemas.microsoft.com/office/drawing/2014/main" id="{21EF73DD-8293-40B2-928B-7351F07CFE33}"/>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Contoh ekspor uji fungsi, 14 Oktober 2026. Atribusi temuan demo lama masih perlu koreksi. Celah hanya berlaku pada koleksi proyek.</a:t>
            </a:r>
          </a:p>
        </p:txBody>
      </p:sp>
      <p:sp>
        <p:nvSpPr>
          <p:cNvPr id="34" name="Connector 33">
            <a:extLst xmlns:a="http://schemas.openxmlformats.org/drawingml/2006/main">
              <a:ext uri="{FF2B5EF4-FFF2-40B4-BE49-F238E27FC236}">
                <a16:creationId xmlns:a16="http://schemas.microsoft.com/office/drawing/2014/main" id="{6B50F460-4EDE-45DE-BF20-4F116EF27A82}"/>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5" name="TextBox 34">
            <a:extLst xmlns:a="http://schemas.openxmlformats.org/drawingml/2006/main">
              <a:ext uri="{FF2B5EF4-FFF2-40B4-BE49-F238E27FC236}">
                <a16:creationId xmlns:a16="http://schemas.microsoft.com/office/drawing/2014/main" id="{46E7E511-B38A-423F-B888-A7D35049CF79}"/>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36" name="TextBox 35">
            <a:extLst xmlns:a="http://schemas.openxmlformats.org/drawingml/2006/main">
              <a:ext uri="{FF2B5EF4-FFF2-40B4-BE49-F238E27FC236}">
                <a16:creationId xmlns:a16="http://schemas.microsoft.com/office/drawing/2014/main" id="{8E922AC2-DA5D-4305-8102-4AC5A78033A7}"/>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10 / 15</a:t>
            </a:r>
          </a:p>
        </p:txBody>
      </p:sp>
    </p:spTree>
    <p:extLst>
      <p:ext uri="{BB962C8B-B14F-4D97-AF65-F5344CB8AC3E}">
        <p14:creationId xmlns:p14="http://schemas.microsoft.com/office/powerpoint/2010/main" val="977385633"/>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8675C78-AFD1-40C4-917F-50F7BF7DD291}"/>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8F986086-2F28-4232-9B57-6A23243F6F03}"/>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REFERENSI</a:t>
            </a:r>
          </a:p>
        </p:txBody>
      </p:sp>
      <p:sp>
        <p:nvSpPr>
          <p:cNvPr id="4" name="TextBox 3">
            <a:extLst xmlns:a="http://schemas.openxmlformats.org/drawingml/2006/main">
              <a:ext uri="{FF2B5EF4-FFF2-40B4-BE49-F238E27FC236}">
                <a16:creationId xmlns:a16="http://schemas.microsoft.com/office/drawing/2014/main" id="{8ED147FF-0C7B-49FD-BA4D-976108ED826A}"/>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Metadata dan bibliografi</a:t>
            </a:r>
          </a:p>
        </p:txBody>
      </p:sp>
      <p:sp>
        <p:nvSpPr>
          <p:cNvPr id="5" name="Rectangle 4">
            <a:extLst xmlns:a="http://schemas.openxmlformats.org/drawingml/2006/main">
              <a:ext uri="{FF2B5EF4-FFF2-40B4-BE49-F238E27FC236}">
                <a16:creationId xmlns:a16="http://schemas.microsoft.com/office/drawing/2014/main" id="{E30C8DBA-6E36-466E-9EC7-D37CD89DC33D}"/>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92B308AD-6F17-4C81-8A0F-777EABE24F7F}"/>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9DC2F78C-B42D-4D49-9E16-161A9E27567F}"/>
              </a:ext>
            </a:extLst>
          </p:cNvPr>
          <p:cNvSpPr>
            <a:spLocks xmlns:a="http://schemas.openxmlformats.org/drawingml/2006/main" noGrp="1"/>
          </p:cNvSpPr>
          <p:nvPr/>
        </p:nvSpPr>
        <p:spPr>
          <a:xfrm xmlns:a="http://schemas.openxmlformats.org/drawingml/2006/main">
            <a:off x="713232" y="1481328"/>
            <a:ext cx="6565392" cy="3621024"/>
          </a:xfrm>
          <a:prstGeom xmlns:a="http://schemas.openxmlformats.org/drawingml/2006/main" prst="roundRect">
            <a:avLst>
              <a:gd name="adj" fmla="val 52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24587BF7-A707-411A-B945-1C128EC17C1B}"/>
              </a:ext>
            </a:extLst>
          </p:cNvPr>
          <p:cNvSpPr>
            <a:spLocks xmlns:a="http://schemas.openxmlformats.org/drawingml/2006/main" noGrp="1"/>
          </p:cNvSpPr>
          <p:nvPr/>
        </p:nvSpPr>
        <p:spPr>
          <a:xfrm xmlns:a="http://schemas.openxmlformats.org/drawingml/2006/main">
            <a:off x="932688" y="1645920"/>
            <a:ext cx="6126480" cy="19202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80" b="1">
                <a:solidFill>
                  <a:srgbClr val="08776F"/>
                </a:solidFill>
                <a:latin typeface="Aptos"/>
                <a:ea typeface="Aptos"/>
                <a:cs typeface="Aptos"/>
              </a:defRPr>
            </a:defPPr>
            <a:lvl1pPr algn="l">
              <a:buNone/>
              <a:defRPr sz="1080" b="1">
                <a:solidFill>
                  <a:srgbClr val="08776F"/>
                </a:solidFill>
                <a:latin typeface="Aptos"/>
                <a:ea typeface="Aptos"/>
                <a:cs typeface="Aptos"/>
              </a:defRPr>
            </a:lvl1pPr>
            <a:lvl2pPr algn="l">
              <a:buNone/>
              <a:defRPr sz="1080" b="1">
                <a:solidFill>
                  <a:srgbClr val="08776F"/>
                </a:solidFill>
                <a:latin typeface="Aptos"/>
                <a:ea typeface="Aptos"/>
                <a:cs typeface="Aptos"/>
              </a:defRPr>
            </a:lvl2pPr>
            <a:lvl3pPr algn="l">
              <a:buNone/>
              <a:defRPr sz="1080" b="1">
                <a:solidFill>
                  <a:srgbClr val="08776F"/>
                </a:solidFill>
                <a:latin typeface="Aptos"/>
                <a:ea typeface="Aptos"/>
                <a:cs typeface="Aptos"/>
              </a:defRPr>
            </a:lvl3pPr>
            <a:lvl4pPr algn="l">
              <a:buNone/>
              <a:defRPr sz="1080" b="1">
                <a:solidFill>
                  <a:srgbClr val="08776F"/>
                </a:solidFill>
                <a:latin typeface="Aptos"/>
                <a:ea typeface="Aptos"/>
                <a:cs typeface="Aptos"/>
              </a:defRPr>
            </a:lvl4pPr>
            <a:lvl5pPr algn="l">
              <a:buNone/>
              <a:defRPr sz="1080" b="1">
                <a:solidFill>
                  <a:srgbClr val="08776F"/>
                </a:solidFill>
                <a:latin typeface="Aptos"/>
                <a:ea typeface="Aptos"/>
                <a:cs typeface="Aptos"/>
              </a:defRPr>
            </a:lvl5pPr>
            <a:lvl6pPr algn="l">
              <a:buNone/>
              <a:defRPr sz="1080" b="1">
                <a:solidFill>
                  <a:srgbClr val="08776F"/>
                </a:solidFill>
                <a:latin typeface="Aptos"/>
                <a:ea typeface="Aptos"/>
                <a:cs typeface="Aptos"/>
              </a:defRPr>
            </a:lvl6pPr>
            <a:lvl7pPr algn="l">
              <a:buNone/>
              <a:defRPr sz="1080" b="1">
                <a:solidFill>
                  <a:srgbClr val="08776F"/>
                </a:solidFill>
                <a:latin typeface="Aptos"/>
                <a:ea typeface="Aptos"/>
                <a:cs typeface="Aptos"/>
              </a:defRPr>
            </a:lvl7pPr>
            <a:lvl8pPr algn="l">
              <a:buNone/>
              <a:defRPr sz="1080" b="1">
                <a:solidFill>
                  <a:srgbClr val="08776F"/>
                </a:solidFill>
                <a:latin typeface="Aptos"/>
                <a:ea typeface="Aptos"/>
                <a:cs typeface="Aptos"/>
              </a:defRPr>
            </a:lvl8pPr>
            <a:lvl9pPr algn="l">
              <a:buNone/>
              <a:defRPr sz="1080" b="1">
                <a:solidFill>
                  <a:srgbClr val="08776F"/>
                </a:solidFill>
                <a:latin typeface="Aptos"/>
                <a:ea typeface="Aptos"/>
                <a:cs typeface="Aptos"/>
              </a:defRPr>
            </a:lvl9pPr>
          </a:lstStyle>
          <a:p xmlns:a="http://schemas.openxmlformats.org/drawingml/2006/main">
            <a:pPr algn="l">
              <a:spcBef>
                <a:spcPts val="0"/>
              </a:spcBef>
              <a:spcAft>
                <a:spcPts val="0"/>
              </a:spcAft>
              <a:buNone/>
              <a:defRPr sz="1080" b="1">
                <a:solidFill>
                  <a:srgbClr val="08776F"/>
                </a:solidFill>
                <a:latin typeface="Aptos"/>
                <a:ea typeface="Aptos"/>
                <a:cs typeface="Aptos"/>
              </a:defRPr>
            </a:pPr>
            <a:r>
              <a:rPr sz="1080" b="1" i="0" spc="40">
                <a:solidFill>
                  <a:srgbClr val="08776F"/>
                </a:solidFill>
                <a:latin typeface="Aptos"/>
                <a:ea typeface="Aptos"/>
                <a:cs typeface="Aptos"/>
              </a:rPr>
              <a:t>CONTOH DAFTAR PUSTAKA</a:t>
            </a:r>
          </a:p>
        </p:txBody>
      </p:sp>
      <p:pic>
        <p:nvPicPr>
          <p:cNvPr id="9" name="Picture 8">
            <a:extLst xmlns:a="http://schemas.openxmlformats.org/drawingml/2006/main">
              <a:ext uri="{FF2B5EF4-FFF2-40B4-BE49-F238E27FC236}">
                <a16:creationId xmlns:a16="http://schemas.microsoft.com/office/drawing/2014/main" id="{056318F9-44FE-48DD-B4FB-555F01C79DB4}"/>
              </a:ext>
            </a:extLst>
          </p:cNvPr>
          <p:cNvPicPr>
            <a:picLocks xmlns:a="http://schemas.openxmlformats.org/drawingml/2006/main" noChangeAspect="1"/>
          </p:cNvPicPr>
          <p:nvPr/>
        </p:nvPicPr>
        <p:blipFill>
          <a:blip xmlns:r="http://schemas.openxmlformats.org/officeDocument/2006/relationships" xmlns:a="http://schemas.openxmlformats.org/drawingml/2006/main" r:embed="R2e5f6848fd9c40a7"/>
          <a:stretch xmlns:a="http://schemas.openxmlformats.org/drawingml/2006/main">
            <a:fillRect l="0" t="0" r="0" b="0"/>
          </a:stretch>
        </p:blipFill>
        <p:spPr>
          <a:xfrm xmlns:a="http://schemas.openxmlformats.org/drawingml/2006/main">
            <a:off x="941831" y="2375574"/>
            <a:ext cx="6108192" cy="1960546"/>
          </a:xfrm>
          <a:prstGeom xmlns:a="http://schemas.openxmlformats.org/drawingml/2006/main" prst="rect">
            <a:avLst/>
          </a:prstGeom>
        </p:spPr>
      </p:pic>
      <p:sp>
        <p:nvSpPr>
          <p:cNvPr id="10" name="Rounded Rectangle 9">
            <a:extLst xmlns:a="http://schemas.openxmlformats.org/drawingml/2006/main">
              <a:ext uri="{FF2B5EF4-FFF2-40B4-BE49-F238E27FC236}">
                <a16:creationId xmlns:a16="http://schemas.microsoft.com/office/drawing/2014/main" id="{0B89859B-5FFB-4251-9059-D225388A6934}"/>
              </a:ext>
            </a:extLst>
          </p:cNvPr>
          <p:cNvSpPr>
            <a:spLocks xmlns:a="http://schemas.openxmlformats.org/drawingml/2006/main" noGrp="1"/>
          </p:cNvSpPr>
          <p:nvPr/>
        </p:nvSpPr>
        <p:spPr>
          <a:xfrm xmlns:a="http://schemas.openxmlformats.org/drawingml/2006/main">
            <a:off x="7571231" y="1554480"/>
            <a:ext cx="1755648" cy="1417320"/>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EA22675F-5C7B-4A95-8EA7-1E022A26512A}"/>
              </a:ext>
            </a:extLst>
          </p:cNvPr>
          <p:cNvSpPr>
            <a:spLocks xmlns:a="http://schemas.openxmlformats.org/drawingml/2006/main" noGrp="1"/>
          </p:cNvSpPr>
          <p:nvPr/>
        </p:nvSpPr>
        <p:spPr>
          <a:xfrm xmlns:a="http://schemas.openxmlformats.org/drawingml/2006/main">
            <a:off x="8174736" y="1737360"/>
            <a:ext cx="530352" cy="53035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9D092D52-DE55-4D2A-B9B0-4ABB90B2B13A}"/>
              </a:ext>
            </a:extLst>
          </p:cNvPr>
          <p:cNvSpPr>
            <a:spLocks xmlns:a="http://schemas.openxmlformats.org/drawingml/2006/main" noGrp="1"/>
          </p:cNvSpPr>
          <p:nvPr/>
        </p:nvSpPr>
        <p:spPr>
          <a:xfrm xmlns:a="http://schemas.openxmlformats.org/drawingml/2006/main">
            <a:off x="8174736" y="1737360"/>
            <a:ext cx="530352" cy="53035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500" b="1" i="0">
                <a:solidFill>
                  <a:srgbClr val="08776F"/>
                </a:solidFill>
                <a:latin typeface="Aptos"/>
                <a:ea typeface="Aptos"/>
                <a:cs typeface="Aptos"/>
              </a:rPr>
              <a:t>M</a:t>
            </a:r>
          </a:p>
        </p:txBody>
      </p:sp>
      <p:sp>
        <p:nvSpPr>
          <p:cNvPr id="13" name="TextBox 12">
            <a:extLst xmlns:a="http://schemas.openxmlformats.org/drawingml/2006/main">
              <a:ext uri="{FF2B5EF4-FFF2-40B4-BE49-F238E27FC236}">
                <a16:creationId xmlns:a16="http://schemas.microsoft.com/office/drawing/2014/main" id="{20A7E929-5695-4B88-9094-579D2E831FD0}"/>
              </a:ext>
            </a:extLst>
          </p:cNvPr>
          <p:cNvSpPr>
            <a:spLocks xmlns:a="http://schemas.openxmlformats.org/drawingml/2006/main" noGrp="1"/>
          </p:cNvSpPr>
          <p:nvPr/>
        </p:nvSpPr>
        <p:spPr>
          <a:xfrm xmlns:a="http://schemas.openxmlformats.org/drawingml/2006/main">
            <a:off x="7662671" y="2359152"/>
            <a:ext cx="1572768"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Metadata</a:t>
            </a:r>
          </a:p>
        </p:txBody>
      </p:sp>
      <p:sp>
        <p:nvSpPr>
          <p:cNvPr id="14" name="TextBox 13">
            <a:extLst xmlns:a="http://schemas.openxmlformats.org/drawingml/2006/main">
              <a:ext uri="{FF2B5EF4-FFF2-40B4-BE49-F238E27FC236}">
                <a16:creationId xmlns:a16="http://schemas.microsoft.com/office/drawing/2014/main" id="{9D7994F0-2650-4901-81D7-3B0C7B3AAD0A}"/>
              </a:ext>
            </a:extLst>
          </p:cNvPr>
          <p:cNvSpPr>
            <a:spLocks xmlns:a="http://schemas.openxmlformats.org/drawingml/2006/main" noGrp="1"/>
          </p:cNvSpPr>
          <p:nvPr/>
        </p:nvSpPr>
        <p:spPr>
          <a:xfrm xmlns:a="http://schemas.openxmlformats.org/drawingml/2006/main">
            <a:off x="7662671" y="2615184"/>
            <a:ext cx="1572768" cy="18516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35">
                <a:solidFill>
                  <a:srgbClr val="617586"/>
                </a:solidFill>
                <a:latin typeface="Aptos"/>
                <a:ea typeface="Aptos"/>
                <a:cs typeface="Aptos"/>
              </a:defRPr>
            </a:defPPr>
            <a:lvl1pPr algn="ctr">
              <a:buNone/>
              <a:defRPr sz="1035">
                <a:solidFill>
                  <a:srgbClr val="617586"/>
                </a:solidFill>
                <a:latin typeface="Aptos"/>
                <a:ea typeface="Aptos"/>
                <a:cs typeface="Aptos"/>
              </a:defRPr>
            </a:lvl1pPr>
            <a:lvl2pPr algn="ctr">
              <a:buNone/>
              <a:defRPr sz="1035">
                <a:solidFill>
                  <a:srgbClr val="617586"/>
                </a:solidFill>
                <a:latin typeface="Aptos"/>
                <a:ea typeface="Aptos"/>
                <a:cs typeface="Aptos"/>
              </a:defRPr>
            </a:lvl2pPr>
            <a:lvl3pPr algn="ctr">
              <a:buNone/>
              <a:defRPr sz="1035">
                <a:solidFill>
                  <a:srgbClr val="617586"/>
                </a:solidFill>
                <a:latin typeface="Aptos"/>
                <a:ea typeface="Aptos"/>
                <a:cs typeface="Aptos"/>
              </a:defRPr>
            </a:lvl3pPr>
            <a:lvl4pPr algn="ctr">
              <a:buNone/>
              <a:defRPr sz="1035">
                <a:solidFill>
                  <a:srgbClr val="617586"/>
                </a:solidFill>
                <a:latin typeface="Aptos"/>
                <a:ea typeface="Aptos"/>
                <a:cs typeface="Aptos"/>
              </a:defRPr>
            </a:lvl4pPr>
            <a:lvl5pPr algn="ctr">
              <a:buNone/>
              <a:defRPr sz="1035">
                <a:solidFill>
                  <a:srgbClr val="617586"/>
                </a:solidFill>
                <a:latin typeface="Aptos"/>
                <a:ea typeface="Aptos"/>
                <a:cs typeface="Aptos"/>
              </a:defRPr>
            </a:lvl5pPr>
            <a:lvl6pPr algn="ctr">
              <a:buNone/>
              <a:defRPr sz="1035">
                <a:solidFill>
                  <a:srgbClr val="617586"/>
                </a:solidFill>
                <a:latin typeface="Aptos"/>
                <a:ea typeface="Aptos"/>
                <a:cs typeface="Aptos"/>
              </a:defRPr>
            </a:lvl6pPr>
            <a:lvl7pPr algn="ctr">
              <a:buNone/>
              <a:defRPr sz="1035">
                <a:solidFill>
                  <a:srgbClr val="617586"/>
                </a:solidFill>
                <a:latin typeface="Aptos"/>
                <a:ea typeface="Aptos"/>
                <a:cs typeface="Aptos"/>
              </a:defRPr>
            </a:lvl7pPr>
            <a:lvl8pPr algn="ctr">
              <a:buNone/>
              <a:defRPr sz="1035">
                <a:solidFill>
                  <a:srgbClr val="617586"/>
                </a:solidFill>
                <a:latin typeface="Aptos"/>
                <a:ea typeface="Aptos"/>
                <a:cs typeface="Aptos"/>
              </a:defRPr>
            </a:lvl8pPr>
            <a:lvl9pPr algn="ctr">
              <a:buNone/>
              <a:defRPr sz="1035">
                <a:solidFill>
                  <a:srgbClr val="617586"/>
                </a:solidFill>
                <a:latin typeface="Aptos"/>
                <a:ea typeface="Aptos"/>
                <a:cs typeface="Aptos"/>
              </a:defRPr>
            </a:lvl9pPr>
          </a:lstStyle>
          <a:p xmlns:a="http://schemas.openxmlformats.org/drawingml/2006/main">
            <a:pPr algn="ctr">
              <a:spcBef>
                <a:spcPts val="0"/>
              </a:spcBef>
              <a:spcAft>
                <a:spcPts val="0"/>
              </a:spcAft>
              <a:buNone/>
              <a:defRPr sz="1035">
                <a:solidFill>
                  <a:srgbClr val="617586"/>
                </a:solidFill>
                <a:latin typeface="Aptos"/>
                <a:ea typeface="Aptos"/>
                <a:cs typeface="Aptos"/>
              </a:defRPr>
            </a:pPr>
            <a:r>
              <a:rPr sz="1035" b="0" i="0">
                <a:solidFill>
                  <a:srgbClr val="617586"/>
                </a:solidFill>
                <a:latin typeface="Aptos"/>
                <a:ea typeface="Aptos"/>
                <a:cs typeface="Aptos"/>
              </a:rPr>
              <a:t>Sunting per proyek</a:t>
            </a:r>
          </a:p>
        </p:txBody>
      </p:sp>
      <p:sp>
        <p:nvSpPr>
          <p:cNvPr id="15" name="Rounded Rectangle 14">
            <a:extLst xmlns:a="http://schemas.openxmlformats.org/drawingml/2006/main">
              <a:ext uri="{FF2B5EF4-FFF2-40B4-BE49-F238E27FC236}">
                <a16:creationId xmlns:a16="http://schemas.microsoft.com/office/drawing/2014/main" id="{F8166375-0144-448D-BAB0-F9E59CAD4594}"/>
              </a:ext>
            </a:extLst>
          </p:cNvPr>
          <p:cNvSpPr>
            <a:spLocks xmlns:a="http://schemas.openxmlformats.org/drawingml/2006/main" noGrp="1"/>
          </p:cNvSpPr>
          <p:nvPr/>
        </p:nvSpPr>
        <p:spPr>
          <a:xfrm xmlns:a="http://schemas.openxmlformats.org/drawingml/2006/main">
            <a:off x="9528048" y="1554480"/>
            <a:ext cx="1755648" cy="1417320"/>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Oval 15">
            <a:extLst xmlns:a="http://schemas.openxmlformats.org/drawingml/2006/main">
              <a:ext uri="{FF2B5EF4-FFF2-40B4-BE49-F238E27FC236}">
                <a16:creationId xmlns:a16="http://schemas.microsoft.com/office/drawing/2014/main" id="{0533F22A-F985-4350-B26B-397501BA8344}"/>
              </a:ext>
            </a:extLst>
          </p:cNvPr>
          <p:cNvSpPr>
            <a:spLocks xmlns:a="http://schemas.openxmlformats.org/drawingml/2006/main" noGrp="1"/>
          </p:cNvSpPr>
          <p:nvPr/>
        </p:nvSpPr>
        <p:spPr>
          <a:xfrm xmlns:a="http://schemas.openxmlformats.org/drawingml/2006/main">
            <a:off x="10131552" y="1737360"/>
            <a:ext cx="530352" cy="53035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2F1B1144-6580-4ACE-8398-F65EA05D56E7}"/>
              </a:ext>
            </a:extLst>
          </p:cNvPr>
          <p:cNvSpPr>
            <a:spLocks xmlns:a="http://schemas.openxmlformats.org/drawingml/2006/main" noGrp="1"/>
          </p:cNvSpPr>
          <p:nvPr/>
        </p:nvSpPr>
        <p:spPr>
          <a:xfrm xmlns:a="http://schemas.openxmlformats.org/drawingml/2006/main">
            <a:off x="10131552" y="1737360"/>
            <a:ext cx="530352" cy="53035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500" b="1" i="0">
                <a:solidFill>
                  <a:srgbClr val="08776F"/>
                </a:solidFill>
                <a:latin typeface="Aptos"/>
                <a:ea typeface="Aptos"/>
                <a:cs typeface="Aptos"/>
              </a:rPr>
              <a:t>A</a:t>
            </a:r>
          </a:p>
        </p:txBody>
      </p:sp>
      <p:sp>
        <p:nvSpPr>
          <p:cNvPr id="18" name="TextBox 17">
            <a:extLst xmlns:a="http://schemas.openxmlformats.org/drawingml/2006/main">
              <a:ext uri="{FF2B5EF4-FFF2-40B4-BE49-F238E27FC236}">
                <a16:creationId xmlns:a16="http://schemas.microsoft.com/office/drawing/2014/main" id="{E4EB1D9C-C557-4054-B2ED-71887EF2C560}"/>
              </a:ext>
            </a:extLst>
          </p:cNvPr>
          <p:cNvSpPr>
            <a:spLocks xmlns:a="http://schemas.openxmlformats.org/drawingml/2006/main" noGrp="1"/>
          </p:cNvSpPr>
          <p:nvPr/>
        </p:nvSpPr>
        <p:spPr>
          <a:xfrm xmlns:a="http://schemas.openxmlformats.org/drawingml/2006/main">
            <a:off x="9619488" y="2359152"/>
            <a:ext cx="1572768"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APA</a:t>
            </a:r>
          </a:p>
        </p:txBody>
      </p:sp>
      <p:sp>
        <p:nvSpPr>
          <p:cNvPr id="19" name="TextBox 18">
            <a:extLst xmlns:a="http://schemas.openxmlformats.org/drawingml/2006/main">
              <a:ext uri="{FF2B5EF4-FFF2-40B4-BE49-F238E27FC236}">
                <a16:creationId xmlns:a16="http://schemas.microsoft.com/office/drawing/2014/main" id="{5C8ED648-747C-4359-972E-7D8E79A410F3}"/>
              </a:ext>
            </a:extLst>
          </p:cNvPr>
          <p:cNvSpPr>
            <a:spLocks xmlns:a="http://schemas.openxmlformats.org/drawingml/2006/main" noGrp="1"/>
          </p:cNvSpPr>
          <p:nvPr/>
        </p:nvSpPr>
        <p:spPr>
          <a:xfrm xmlns:a="http://schemas.openxmlformats.org/drawingml/2006/main">
            <a:off x="9619488" y="2615184"/>
            <a:ext cx="1572768" cy="18516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35">
                <a:solidFill>
                  <a:srgbClr val="617586"/>
                </a:solidFill>
                <a:latin typeface="Aptos"/>
                <a:ea typeface="Aptos"/>
                <a:cs typeface="Aptos"/>
              </a:defRPr>
            </a:defPPr>
            <a:lvl1pPr algn="ctr">
              <a:buNone/>
              <a:defRPr sz="1035">
                <a:solidFill>
                  <a:srgbClr val="617586"/>
                </a:solidFill>
                <a:latin typeface="Aptos"/>
                <a:ea typeface="Aptos"/>
                <a:cs typeface="Aptos"/>
              </a:defRPr>
            </a:lvl1pPr>
            <a:lvl2pPr algn="ctr">
              <a:buNone/>
              <a:defRPr sz="1035">
                <a:solidFill>
                  <a:srgbClr val="617586"/>
                </a:solidFill>
                <a:latin typeface="Aptos"/>
                <a:ea typeface="Aptos"/>
                <a:cs typeface="Aptos"/>
              </a:defRPr>
            </a:lvl2pPr>
            <a:lvl3pPr algn="ctr">
              <a:buNone/>
              <a:defRPr sz="1035">
                <a:solidFill>
                  <a:srgbClr val="617586"/>
                </a:solidFill>
                <a:latin typeface="Aptos"/>
                <a:ea typeface="Aptos"/>
                <a:cs typeface="Aptos"/>
              </a:defRPr>
            </a:lvl3pPr>
            <a:lvl4pPr algn="ctr">
              <a:buNone/>
              <a:defRPr sz="1035">
                <a:solidFill>
                  <a:srgbClr val="617586"/>
                </a:solidFill>
                <a:latin typeface="Aptos"/>
                <a:ea typeface="Aptos"/>
                <a:cs typeface="Aptos"/>
              </a:defRPr>
            </a:lvl4pPr>
            <a:lvl5pPr algn="ctr">
              <a:buNone/>
              <a:defRPr sz="1035">
                <a:solidFill>
                  <a:srgbClr val="617586"/>
                </a:solidFill>
                <a:latin typeface="Aptos"/>
                <a:ea typeface="Aptos"/>
                <a:cs typeface="Aptos"/>
              </a:defRPr>
            </a:lvl5pPr>
            <a:lvl6pPr algn="ctr">
              <a:buNone/>
              <a:defRPr sz="1035">
                <a:solidFill>
                  <a:srgbClr val="617586"/>
                </a:solidFill>
                <a:latin typeface="Aptos"/>
                <a:ea typeface="Aptos"/>
                <a:cs typeface="Aptos"/>
              </a:defRPr>
            </a:lvl6pPr>
            <a:lvl7pPr algn="ctr">
              <a:buNone/>
              <a:defRPr sz="1035">
                <a:solidFill>
                  <a:srgbClr val="617586"/>
                </a:solidFill>
                <a:latin typeface="Aptos"/>
                <a:ea typeface="Aptos"/>
                <a:cs typeface="Aptos"/>
              </a:defRPr>
            </a:lvl7pPr>
            <a:lvl8pPr algn="ctr">
              <a:buNone/>
              <a:defRPr sz="1035">
                <a:solidFill>
                  <a:srgbClr val="617586"/>
                </a:solidFill>
                <a:latin typeface="Aptos"/>
                <a:ea typeface="Aptos"/>
                <a:cs typeface="Aptos"/>
              </a:defRPr>
            </a:lvl8pPr>
            <a:lvl9pPr algn="ctr">
              <a:buNone/>
              <a:defRPr sz="1035">
                <a:solidFill>
                  <a:srgbClr val="617586"/>
                </a:solidFill>
                <a:latin typeface="Aptos"/>
                <a:ea typeface="Aptos"/>
                <a:cs typeface="Aptos"/>
              </a:defRPr>
            </a:lvl9pPr>
          </a:lstStyle>
          <a:p xmlns:a="http://schemas.openxmlformats.org/drawingml/2006/main">
            <a:pPr algn="ctr">
              <a:spcBef>
                <a:spcPts val="0"/>
              </a:spcBef>
              <a:spcAft>
                <a:spcPts val="0"/>
              </a:spcAft>
              <a:buNone/>
              <a:defRPr sz="1035">
                <a:solidFill>
                  <a:srgbClr val="617586"/>
                </a:solidFill>
                <a:latin typeface="Aptos"/>
                <a:ea typeface="Aptos"/>
                <a:cs typeface="Aptos"/>
              </a:defRPr>
            </a:pPr>
            <a:r>
              <a:rPr sz="1035" b="0" i="0">
                <a:solidFill>
                  <a:srgbClr val="617586"/>
                </a:solidFill>
                <a:latin typeface="Aptos"/>
                <a:ea typeface="Aptos"/>
                <a:cs typeface="Aptos"/>
              </a:rPr>
              <a:t>Urutan penulis</a:t>
            </a:r>
          </a:p>
        </p:txBody>
      </p:sp>
      <p:sp>
        <p:nvSpPr>
          <p:cNvPr id="20" name="Rounded Rectangle 19">
            <a:extLst xmlns:a="http://schemas.openxmlformats.org/drawingml/2006/main">
              <a:ext uri="{FF2B5EF4-FFF2-40B4-BE49-F238E27FC236}">
                <a16:creationId xmlns:a16="http://schemas.microsoft.com/office/drawing/2014/main" id="{DE8925EE-F366-4D15-90D7-A0E03B6FD6A7}"/>
              </a:ext>
            </a:extLst>
          </p:cNvPr>
          <p:cNvSpPr>
            <a:spLocks xmlns:a="http://schemas.openxmlformats.org/drawingml/2006/main" noGrp="1"/>
          </p:cNvSpPr>
          <p:nvPr/>
        </p:nvSpPr>
        <p:spPr>
          <a:xfrm xmlns:a="http://schemas.openxmlformats.org/drawingml/2006/main">
            <a:off x="7571231" y="3246120"/>
            <a:ext cx="1755648" cy="1417320"/>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1" name="Oval 20">
            <a:extLst xmlns:a="http://schemas.openxmlformats.org/drawingml/2006/main">
              <a:ext uri="{FF2B5EF4-FFF2-40B4-BE49-F238E27FC236}">
                <a16:creationId xmlns:a16="http://schemas.microsoft.com/office/drawing/2014/main" id="{72DC4A99-AFC2-4D5B-883B-66A3ED33A8F4}"/>
              </a:ext>
            </a:extLst>
          </p:cNvPr>
          <p:cNvSpPr>
            <a:spLocks xmlns:a="http://schemas.openxmlformats.org/drawingml/2006/main" noGrp="1"/>
          </p:cNvSpPr>
          <p:nvPr/>
        </p:nvSpPr>
        <p:spPr>
          <a:xfrm xmlns:a="http://schemas.openxmlformats.org/drawingml/2006/main">
            <a:off x="8174736" y="3429000"/>
            <a:ext cx="530352" cy="530352"/>
          </a:xfrm>
          <a:prstGeom xmlns:a="http://schemas.openxmlformats.org/drawingml/2006/main" prst="ellipse">
            <a:avLst/>
          </a:prstGeom>
          <a:solidFill xmlns:a="http://schemas.openxmlformats.org/drawingml/2006/main">
            <a:srgbClr val="EAF2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9D39D983-F3B3-4440-A981-2DF26D7993AA}"/>
              </a:ext>
            </a:extLst>
          </p:cNvPr>
          <p:cNvSpPr>
            <a:spLocks xmlns:a="http://schemas.openxmlformats.org/drawingml/2006/main" noGrp="1"/>
          </p:cNvSpPr>
          <p:nvPr/>
        </p:nvSpPr>
        <p:spPr>
          <a:xfrm xmlns:a="http://schemas.openxmlformats.org/drawingml/2006/main">
            <a:off x="8174736" y="3429000"/>
            <a:ext cx="530352" cy="53035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500" b="1" i="0">
                <a:solidFill>
                  <a:srgbClr val="3B82F6"/>
                </a:solidFill>
                <a:latin typeface="Aptos"/>
                <a:ea typeface="Aptos"/>
                <a:cs typeface="Aptos"/>
              </a:rPr>
              <a:t>I</a:t>
            </a:r>
          </a:p>
        </p:txBody>
      </p:sp>
      <p:sp>
        <p:nvSpPr>
          <p:cNvPr id="23" name="TextBox 22">
            <a:extLst xmlns:a="http://schemas.openxmlformats.org/drawingml/2006/main">
              <a:ext uri="{FF2B5EF4-FFF2-40B4-BE49-F238E27FC236}">
                <a16:creationId xmlns:a16="http://schemas.microsoft.com/office/drawing/2014/main" id="{2B22437E-B5BA-4EE2-957B-8FF2397A10D1}"/>
              </a:ext>
            </a:extLst>
          </p:cNvPr>
          <p:cNvSpPr>
            <a:spLocks xmlns:a="http://schemas.openxmlformats.org/drawingml/2006/main" noGrp="1"/>
          </p:cNvSpPr>
          <p:nvPr/>
        </p:nvSpPr>
        <p:spPr>
          <a:xfrm xmlns:a="http://schemas.openxmlformats.org/drawingml/2006/main">
            <a:off x="7662671" y="4050791"/>
            <a:ext cx="1572768"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IEEE</a:t>
            </a:r>
          </a:p>
        </p:txBody>
      </p:sp>
      <p:sp>
        <p:nvSpPr>
          <p:cNvPr id="24" name="TextBox 23">
            <a:extLst xmlns:a="http://schemas.openxmlformats.org/drawingml/2006/main">
              <a:ext uri="{FF2B5EF4-FFF2-40B4-BE49-F238E27FC236}">
                <a16:creationId xmlns:a16="http://schemas.microsoft.com/office/drawing/2014/main" id="{5EEC08AE-0391-4A0A-AFC5-533FA33EC10B}"/>
              </a:ext>
            </a:extLst>
          </p:cNvPr>
          <p:cNvSpPr>
            <a:spLocks xmlns:a="http://schemas.openxmlformats.org/drawingml/2006/main" noGrp="1"/>
          </p:cNvSpPr>
          <p:nvPr/>
        </p:nvSpPr>
        <p:spPr>
          <a:xfrm xmlns:a="http://schemas.openxmlformats.org/drawingml/2006/main">
            <a:off x="7662671" y="4306824"/>
            <a:ext cx="1572768" cy="18516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35">
                <a:solidFill>
                  <a:srgbClr val="617586"/>
                </a:solidFill>
                <a:latin typeface="Aptos"/>
                <a:ea typeface="Aptos"/>
                <a:cs typeface="Aptos"/>
              </a:defRPr>
            </a:defPPr>
            <a:lvl1pPr algn="ctr">
              <a:buNone/>
              <a:defRPr sz="1035">
                <a:solidFill>
                  <a:srgbClr val="617586"/>
                </a:solidFill>
                <a:latin typeface="Aptos"/>
                <a:ea typeface="Aptos"/>
                <a:cs typeface="Aptos"/>
              </a:defRPr>
            </a:lvl1pPr>
            <a:lvl2pPr algn="ctr">
              <a:buNone/>
              <a:defRPr sz="1035">
                <a:solidFill>
                  <a:srgbClr val="617586"/>
                </a:solidFill>
                <a:latin typeface="Aptos"/>
                <a:ea typeface="Aptos"/>
                <a:cs typeface="Aptos"/>
              </a:defRPr>
            </a:lvl2pPr>
            <a:lvl3pPr algn="ctr">
              <a:buNone/>
              <a:defRPr sz="1035">
                <a:solidFill>
                  <a:srgbClr val="617586"/>
                </a:solidFill>
                <a:latin typeface="Aptos"/>
                <a:ea typeface="Aptos"/>
                <a:cs typeface="Aptos"/>
              </a:defRPr>
            </a:lvl3pPr>
            <a:lvl4pPr algn="ctr">
              <a:buNone/>
              <a:defRPr sz="1035">
                <a:solidFill>
                  <a:srgbClr val="617586"/>
                </a:solidFill>
                <a:latin typeface="Aptos"/>
                <a:ea typeface="Aptos"/>
                <a:cs typeface="Aptos"/>
              </a:defRPr>
            </a:lvl4pPr>
            <a:lvl5pPr algn="ctr">
              <a:buNone/>
              <a:defRPr sz="1035">
                <a:solidFill>
                  <a:srgbClr val="617586"/>
                </a:solidFill>
                <a:latin typeface="Aptos"/>
                <a:ea typeface="Aptos"/>
                <a:cs typeface="Aptos"/>
              </a:defRPr>
            </a:lvl5pPr>
            <a:lvl6pPr algn="ctr">
              <a:buNone/>
              <a:defRPr sz="1035">
                <a:solidFill>
                  <a:srgbClr val="617586"/>
                </a:solidFill>
                <a:latin typeface="Aptos"/>
                <a:ea typeface="Aptos"/>
                <a:cs typeface="Aptos"/>
              </a:defRPr>
            </a:lvl6pPr>
            <a:lvl7pPr algn="ctr">
              <a:buNone/>
              <a:defRPr sz="1035">
                <a:solidFill>
                  <a:srgbClr val="617586"/>
                </a:solidFill>
                <a:latin typeface="Aptos"/>
                <a:ea typeface="Aptos"/>
                <a:cs typeface="Aptos"/>
              </a:defRPr>
            </a:lvl7pPr>
            <a:lvl8pPr algn="ctr">
              <a:buNone/>
              <a:defRPr sz="1035">
                <a:solidFill>
                  <a:srgbClr val="617586"/>
                </a:solidFill>
                <a:latin typeface="Aptos"/>
                <a:ea typeface="Aptos"/>
                <a:cs typeface="Aptos"/>
              </a:defRPr>
            </a:lvl8pPr>
            <a:lvl9pPr algn="ctr">
              <a:buNone/>
              <a:defRPr sz="1035">
                <a:solidFill>
                  <a:srgbClr val="617586"/>
                </a:solidFill>
                <a:latin typeface="Aptos"/>
                <a:ea typeface="Aptos"/>
                <a:cs typeface="Aptos"/>
              </a:defRPr>
            </a:lvl9pPr>
          </a:lstStyle>
          <a:p xmlns:a="http://schemas.openxmlformats.org/drawingml/2006/main">
            <a:pPr algn="ctr">
              <a:spcBef>
                <a:spcPts val="0"/>
              </a:spcBef>
              <a:spcAft>
                <a:spcPts val="0"/>
              </a:spcAft>
              <a:buNone/>
              <a:defRPr sz="1035">
                <a:solidFill>
                  <a:srgbClr val="617586"/>
                </a:solidFill>
                <a:latin typeface="Aptos"/>
                <a:ea typeface="Aptos"/>
                <a:cs typeface="Aptos"/>
              </a:defRPr>
            </a:pPr>
            <a:r>
              <a:rPr sz="1035" b="0" i="0">
                <a:solidFill>
                  <a:srgbClr val="617586"/>
                </a:solidFill>
                <a:latin typeface="Aptos"/>
                <a:ea typeface="Aptos"/>
                <a:cs typeface="Aptos"/>
              </a:rPr>
              <a:t>Nomor referensi</a:t>
            </a:r>
          </a:p>
        </p:txBody>
      </p:sp>
      <p:sp>
        <p:nvSpPr>
          <p:cNvPr id="25" name="Rounded Rectangle 24">
            <a:extLst xmlns:a="http://schemas.openxmlformats.org/drawingml/2006/main">
              <a:ext uri="{FF2B5EF4-FFF2-40B4-BE49-F238E27FC236}">
                <a16:creationId xmlns:a16="http://schemas.microsoft.com/office/drawing/2014/main" id="{9491E4E5-311D-43AF-A44A-4FA42951CAB4}"/>
              </a:ext>
            </a:extLst>
          </p:cNvPr>
          <p:cNvSpPr>
            <a:spLocks xmlns:a="http://schemas.openxmlformats.org/drawingml/2006/main" noGrp="1"/>
          </p:cNvSpPr>
          <p:nvPr/>
        </p:nvSpPr>
        <p:spPr>
          <a:xfrm xmlns:a="http://schemas.openxmlformats.org/drawingml/2006/main">
            <a:off x="9528048" y="3246120"/>
            <a:ext cx="1755648" cy="1417320"/>
          </a:xfrm>
          <a:prstGeom xmlns:a="http://schemas.openxmlformats.org/drawingml/2006/main" prst="roundRect">
            <a:avLst>
              <a:gd name="adj" fmla="val 806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6" name="Oval 25">
            <a:extLst xmlns:a="http://schemas.openxmlformats.org/drawingml/2006/main">
              <a:ext uri="{FF2B5EF4-FFF2-40B4-BE49-F238E27FC236}">
                <a16:creationId xmlns:a16="http://schemas.microsoft.com/office/drawing/2014/main" id="{A3997D4D-9FCB-42ED-BCE7-5399016D5077}"/>
              </a:ext>
            </a:extLst>
          </p:cNvPr>
          <p:cNvSpPr>
            <a:spLocks xmlns:a="http://schemas.openxmlformats.org/drawingml/2006/main" noGrp="1"/>
          </p:cNvSpPr>
          <p:nvPr/>
        </p:nvSpPr>
        <p:spPr>
          <a:xfrm xmlns:a="http://schemas.openxmlformats.org/drawingml/2006/main">
            <a:off x="10131552" y="3429000"/>
            <a:ext cx="530352" cy="530352"/>
          </a:xfrm>
          <a:prstGeom xmlns:a="http://schemas.openxmlformats.org/drawingml/2006/main" prst="ellipse">
            <a:avLst/>
          </a:prstGeom>
          <a:solidFill xmlns:a="http://schemas.openxmlformats.org/drawingml/2006/main">
            <a:srgbClr val="EAF2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231E80F6-D893-4CF4-AC00-13630015F5F0}"/>
              </a:ext>
            </a:extLst>
          </p:cNvPr>
          <p:cNvSpPr>
            <a:spLocks xmlns:a="http://schemas.openxmlformats.org/drawingml/2006/main" noGrp="1"/>
          </p:cNvSpPr>
          <p:nvPr/>
        </p:nvSpPr>
        <p:spPr>
          <a:xfrm xmlns:a="http://schemas.openxmlformats.org/drawingml/2006/main">
            <a:off x="10131552" y="3429000"/>
            <a:ext cx="530352" cy="53035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500" b="1" i="0">
                <a:solidFill>
                  <a:srgbClr val="3B82F6"/>
                </a:solidFill>
                <a:latin typeface="Aptos"/>
                <a:ea typeface="Aptos"/>
                <a:cs typeface="Aptos"/>
              </a:rPr>
              <a:t>D</a:t>
            </a:r>
          </a:p>
        </p:txBody>
      </p:sp>
      <p:sp>
        <p:nvSpPr>
          <p:cNvPr id="28" name="TextBox 27">
            <a:extLst xmlns:a="http://schemas.openxmlformats.org/drawingml/2006/main">
              <a:ext uri="{FF2B5EF4-FFF2-40B4-BE49-F238E27FC236}">
                <a16:creationId xmlns:a16="http://schemas.microsoft.com/office/drawing/2014/main" id="{53BC2AFA-F502-44C6-808A-A2E9E1CD351F}"/>
              </a:ext>
            </a:extLst>
          </p:cNvPr>
          <p:cNvSpPr>
            <a:spLocks xmlns:a="http://schemas.openxmlformats.org/drawingml/2006/main" noGrp="1"/>
          </p:cNvSpPr>
          <p:nvPr/>
        </p:nvSpPr>
        <p:spPr>
          <a:xfrm xmlns:a="http://schemas.openxmlformats.org/drawingml/2006/main">
            <a:off x="9619488" y="4050791"/>
            <a:ext cx="1572768" cy="24688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DOI</a:t>
            </a:r>
          </a:p>
        </p:txBody>
      </p:sp>
      <p:sp>
        <p:nvSpPr>
          <p:cNvPr id="29" name="TextBox 28">
            <a:extLst xmlns:a="http://schemas.openxmlformats.org/drawingml/2006/main">
              <a:ext uri="{FF2B5EF4-FFF2-40B4-BE49-F238E27FC236}">
                <a16:creationId xmlns:a16="http://schemas.microsoft.com/office/drawing/2014/main" id="{C781E55E-AAC1-46DF-B8B4-31E5C8C1AEA5}"/>
              </a:ext>
            </a:extLst>
          </p:cNvPr>
          <p:cNvSpPr>
            <a:spLocks xmlns:a="http://schemas.openxmlformats.org/drawingml/2006/main" noGrp="1"/>
          </p:cNvSpPr>
          <p:nvPr/>
        </p:nvSpPr>
        <p:spPr>
          <a:xfrm xmlns:a="http://schemas.openxmlformats.org/drawingml/2006/main">
            <a:off x="9619488" y="4306824"/>
            <a:ext cx="1572768" cy="18516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35">
                <a:solidFill>
                  <a:srgbClr val="617586"/>
                </a:solidFill>
                <a:latin typeface="Aptos"/>
                <a:ea typeface="Aptos"/>
                <a:cs typeface="Aptos"/>
              </a:defRPr>
            </a:defPPr>
            <a:lvl1pPr algn="ctr">
              <a:buNone/>
              <a:defRPr sz="1035">
                <a:solidFill>
                  <a:srgbClr val="617586"/>
                </a:solidFill>
                <a:latin typeface="Aptos"/>
                <a:ea typeface="Aptos"/>
                <a:cs typeface="Aptos"/>
              </a:defRPr>
            </a:lvl1pPr>
            <a:lvl2pPr algn="ctr">
              <a:buNone/>
              <a:defRPr sz="1035">
                <a:solidFill>
                  <a:srgbClr val="617586"/>
                </a:solidFill>
                <a:latin typeface="Aptos"/>
                <a:ea typeface="Aptos"/>
                <a:cs typeface="Aptos"/>
              </a:defRPr>
            </a:lvl2pPr>
            <a:lvl3pPr algn="ctr">
              <a:buNone/>
              <a:defRPr sz="1035">
                <a:solidFill>
                  <a:srgbClr val="617586"/>
                </a:solidFill>
                <a:latin typeface="Aptos"/>
                <a:ea typeface="Aptos"/>
                <a:cs typeface="Aptos"/>
              </a:defRPr>
            </a:lvl3pPr>
            <a:lvl4pPr algn="ctr">
              <a:buNone/>
              <a:defRPr sz="1035">
                <a:solidFill>
                  <a:srgbClr val="617586"/>
                </a:solidFill>
                <a:latin typeface="Aptos"/>
                <a:ea typeface="Aptos"/>
                <a:cs typeface="Aptos"/>
              </a:defRPr>
            </a:lvl4pPr>
            <a:lvl5pPr algn="ctr">
              <a:buNone/>
              <a:defRPr sz="1035">
                <a:solidFill>
                  <a:srgbClr val="617586"/>
                </a:solidFill>
                <a:latin typeface="Aptos"/>
                <a:ea typeface="Aptos"/>
                <a:cs typeface="Aptos"/>
              </a:defRPr>
            </a:lvl5pPr>
            <a:lvl6pPr algn="ctr">
              <a:buNone/>
              <a:defRPr sz="1035">
                <a:solidFill>
                  <a:srgbClr val="617586"/>
                </a:solidFill>
                <a:latin typeface="Aptos"/>
                <a:ea typeface="Aptos"/>
                <a:cs typeface="Aptos"/>
              </a:defRPr>
            </a:lvl6pPr>
            <a:lvl7pPr algn="ctr">
              <a:buNone/>
              <a:defRPr sz="1035">
                <a:solidFill>
                  <a:srgbClr val="617586"/>
                </a:solidFill>
                <a:latin typeface="Aptos"/>
                <a:ea typeface="Aptos"/>
                <a:cs typeface="Aptos"/>
              </a:defRPr>
            </a:lvl7pPr>
            <a:lvl8pPr algn="ctr">
              <a:buNone/>
              <a:defRPr sz="1035">
                <a:solidFill>
                  <a:srgbClr val="617586"/>
                </a:solidFill>
                <a:latin typeface="Aptos"/>
                <a:ea typeface="Aptos"/>
                <a:cs typeface="Aptos"/>
              </a:defRPr>
            </a:lvl8pPr>
            <a:lvl9pPr algn="ctr">
              <a:buNone/>
              <a:defRPr sz="1035">
                <a:solidFill>
                  <a:srgbClr val="617586"/>
                </a:solidFill>
                <a:latin typeface="Aptos"/>
                <a:ea typeface="Aptos"/>
                <a:cs typeface="Aptos"/>
              </a:defRPr>
            </a:lvl9pPr>
          </a:lstStyle>
          <a:p xmlns:a="http://schemas.openxmlformats.org/drawingml/2006/main">
            <a:pPr algn="ctr">
              <a:spcBef>
                <a:spcPts val="0"/>
              </a:spcBef>
              <a:spcAft>
                <a:spcPts val="0"/>
              </a:spcAft>
              <a:buNone/>
              <a:defRPr sz="1035">
                <a:solidFill>
                  <a:srgbClr val="617586"/>
                </a:solidFill>
                <a:latin typeface="Aptos"/>
                <a:ea typeface="Aptos"/>
                <a:cs typeface="Aptos"/>
              </a:defRPr>
            </a:pPr>
            <a:r>
              <a:rPr sz="1035" b="0" i="0">
                <a:solidFill>
                  <a:srgbClr val="617586"/>
                </a:solidFill>
                <a:latin typeface="Aptos"/>
                <a:ea typeface="Aptos"/>
                <a:cs typeface="Aptos"/>
              </a:rPr>
              <a:t>DOI atau URL</a:t>
            </a:r>
          </a:p>
        </p:txBody>
      </p:sp>
      <p:sp>
        <p:nvSpPr>
          <p:cNvPr id="30" name="Rounded Rectangle 29">
            <a:extLst xmlns:a="http://schemas.openxmlformats.org/drawingml/2006/main">
              <a:ext uri="{FF2B5EF4-FFF2-40B4-BE49-F238E27FC236}">
                <a16:creationId xmlns:a16="http://schemas.microsoft.com/office/drawing/2014/main" id="{0CAF6A4E-F17B-45B5-8199-C0DD6EAD20F7}"/>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Rectangle 30">
            <a:extLst xmlns:a="http://schemas.openxmlformats.org/drawingml/2006/main">
              <a:ext uri="{FF2B5EF4-FFF2-40B4-BE49-F238E27FC236}">
                <a16:creationId xmlns:a16="http://schemas.microsoft.com/office/drawing/2014/main" id="{78A981A3-EAD1-421A-8E64-ADEEC479F2B7}"/>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2" name="TextBox 31">
            <a:extLst xmlns:a="http://schemas.openxmlformats.org/drawingml/2006/main">
              <a:ext uri="{FF2B5EF4-FFF2-40B4-BE49-F238E27FC236}">
                <a16:creationId xmlns:a16="http://schemas.microsoft.com/office/drawing/2014/main" id="{934B9FCE-D8E8-4F52-B185-D1A9B079AAA2}"/>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Pengguna memperbaiki judul, penulis, tahun, dan DOI khusus pada proyek. Bibliografi APA/IEEE memakai metadata tersebut saat ekspor.</a:t>
            </a:r>
          </a:p>
        </p:txBody>
      </p:sp>
      <p:sp>
        <p:nvSpPr>
          <p:cNvPr id="33" name="TextBox 32">
            <a:extLst xmlns:a="http://schemas.openxmlformats.org/drawingml/2006/main">
              <a:ext uri="{FF2B5EF4-FFF2-40B4-BE49-F238E27FC236}">
                <a16:creationId xmlns:a16="http://schemas.microsoft.com/office/drawing/2014/main" id="{94B2DE63-3915-4A18-9F45-B4889947D3C3}"/>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Contoh arsip, 14 Oktober 2026. Bibliografi teks belum memakai italic/hanging indent. Metadata dan format akhir tetap perlu ditinjau.</a:t>
            </a:r>
          </a:p>
        </p:txBody>
      </p:sp>
      <p:sp>
        <p:nvSpPr>
          <p:cNvPr id="34" name="Connector 33">
            <a:extLst xmlns:a="http://schemas.openxmlformats.org/drawingml/2006/main">
              <a:ext uri="{FF2B5EF4-FFF2-40B4-BE49-F238E27FC236}">
                <a16:creationId xmlns:a16="http://schemas.microsoft.com/office/drawing/2014/main" id="{2FABA192-C092-4E6C-ADB4-E07973C1F512}"/>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5" name="TextBox 34">
            <a:extLst xmlns:a="http://schemas.openxmlformats.org/drawingml/2006/main">
              <a:ext uri="{FF2B5EF4-FFF2-40B4-BE49-F238E27FC236}">
                <a16:creationId xmlns:a16="http://schemas.microsoft.com/office/drawing/2014/main" id="{D42990A4-98D3-414C-A4AA-D23F7643BF79}"/>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36" name="TextBox 35">
            <a:extLst xmlns:a="http://schemas.openxmlformats.org/drawingml/2006/main">
              <a:ext uri="{FF2B5EF4-FFF2-40B4-BE49-F238E27FC236}">
                <a16:creationId xmlns:a16="http://schemas.microsoft.com/office/drawing/2014/main" id="{C82497CC-4DFE-4399-BDBA-5883B78D8C07}"/>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11 / 15</a:t>
            </a:r>
          </a:p>
        </p:txBody>
      </p:sp>
    </p:spTree>
    <p:extLst>
      <p:ext uri="{BB962C8B-B14F-4D97-AF65-F5344CB8AC3E}">
        <p14:creationId xmlns:p14="http://schemas.microsoft.com/office/powerpoint/2010/main" val="12510619"/>
      </p:ext>
    </p:extLst>
  </p:cSld>
</p:sld>
</file>

<file path=ppt/slides/slide12.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FED86E7-C3C2-45AF-A737-7EF76FF236FD}"/>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C725502A-88BB-4C13-9211-A9F7415D73F0}"/>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PELAPORAN</a:t>
            </a:r>
          </a:p>
        </p:txBody>
      </p:sp>
      <p:sp>
        <p:nvSpPr>
          <p:cNvPr id="4" name="TextBox 3">
            <a:extLst xmlns:a="http://schemas.openxmlformats.org/drawingml/2006/main">
              <a:ext uri="{FF2B5EF4-FFF2-40B4-BE49-F238E27FC236}">
                <a16:creationId xmlns:a16="http://schemas.microsoft.com/office/drawing/2014/main" id="{1ADC3372-761B-4BCE-A422-64B6FEF96116}"/>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Hasil dan ekspor laporan</a:t>
            </a:r>
          </a:p>
        </p:txBody>
      </p:sp>
      <p:sp>
        <p:nvSpPr>
          <p:cNvPr id="5" name="Rectangle 4">
            <a:extLst xmlns:a="http://schemas.openxmlformats.org/drawingml/2006/main">
              <a:ext uri="{FF2B5EF4-FFF2-40B4-BE49-F238E27FC236}">
                <a16:creationId xmlns:a16="http://schemas.microsoft.com/office/drawing/2014/main" id="{4D93838C-BBE6-4970-A667-148981E27CCE}"/>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97502BBA-17AC-4BD3-BC66-2C4E841BD330}"/>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241934A1-492E-4978-BF0A-01E247BBDBC9}"/>
              </a:ext>
            </a:extLst>
          </p:cNvPr>
          <p:cNvSpPr>
            <a:spLocks xmlns:a="http://schemas.openxmlformats.org/drawingml/2006/main" noGrp="1"/>
          </p:cNvSpPr>
          <p:nvPr/>
        </p:nvSpPr>
        <p:spPr>
          <a:xfrm xmlns:a="http://schemas.openxmlformats.org/drawingml/2006/main">
            <a:off x="713232" y="1481328"/>
            <a:ext cx="6172200" cy="3639312"/>
          </a:xfrm>
          <a:prstGeom xmlns:a="http://schemas.openxmlformats.org/drawingml/2006/main" prst="roundRect">
            <a:avLst>
              <a:gd name="adj" fmla="val 523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pic>
        <p:nvPicPr>
          <p:cNvPr id="8" name="Picture 7">
            <a:extLst xmlns:a="http://schemas.openxmlformats.org/drawingml/2006/main">
              <a:ext uri="{FF2B5EF4-FFF2-40B4-BE49-F238E27FC236}">
                <a16:creationId xmlns:a16="http://schemas.microsoft.com/office/drawing/2014/main" id="{2723F81C-0F21-4DC6-A95A-63AE595DC31E}"/>
              </a:ext>
            </a:extLst>
          </p:cNvPr>
          <p:cNvPicPr>
            <a:picLocks xmlns:a="http://schemas.openxmlformats.org/drawingml/2006/main" noChangeAspect="1"/>
          </p:cNvPicPr>
          <p:nvPr/>
        </p:nvPicPr>
        <p:blipFill>
          <a:blip xmlns:r="http://schemas.openxmlformats.org/officeDocument/2006/relationships" xmlns:a="http://schemas.openxmlformats.org/drawingml/2006/main" r:embed="R9f860bd55c2e4853"/>
          <a:stretch xmlns:a="http://schemas.openxmlformats.org/drawingml/2006/main">
            <a:fillRect l="0" t="0" r="0" b="0"/>
          </a:stretch>
        </p:blipFill>
        <p:spPr>
          <a:xfrm xmlns:a="http://schemas.openxmlformats.org/drawingml/2006/main">
            <a:off x="840288" y="1572768"/>
            <a:ext cx="5918086" cy="3456432"/>
          </a:xfrm>
          <a:prstGeom xmlns:a="http://schemas.openxmlformats.org/drawingml/2006/main" prst="rect">
            <a:avLst/>
          </a:prstGeom>
        </p:spPr>
      </p:pic>
      <p:sp>
        <p:nvSpPr>
          <p:cNvPr id="9" name="TextBox 8">
            <a:extLst xmlns:a="http://schemas.openxmlformats.org/drawingml/2006/main">
              <a:ext uri="{FF2B5EF4-FFF2-40B4-BE49-F238E27FC236}">
                <a16:creationId xmlns:a16="http://schemas.microsoft.com/office/drawing/2014/main" id="{7A25944F-9AF4-4724-BB92-59C34E502325}"/>
              </a:ext>
            </a:extLst>
          </p:cNvPr>
          <p:cNvSpPr>
            <a:spLocks xmlns:a="http://schemas.openxmlformats.org/drawingml/2006/main" noGrp="1"/>
          </p:cNvSpPr>
          <p:nvPr/>
        </p:nvSpPr>
        <p:spPr>
          <a:xfrm xmlns:a="http://schemas.openxmlformats.org/drawingml/2006/main">
            <a:off x="7205472" y="1554480"/>
            <a:ext cx="4114800" cy="1874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50" b="1">
                <a:solidFill>
                  <a:srgbClr val="08776F"/>
                </a:solidFill>
                <a:latin typeface="Aptos"/>
                <a:ea typeface="Aptos"/>
                <a:cs typeface="Aptos"/>
              </a:defRPr>
            </a:defPPr>
            <a:lvl1pPr algn="l">
              <a:buNone/>
              <a:defRPr sz="1050" b="1">
                <a:solidFill>
                  <a:srgbClr val="08776F"/>
                </a:solidFill>
                <a:latin typeface="Aptos"/>
                <a:ea typeface="Aptos"/>
                <a:cs typeface="Aptos"/>
              </a:defRPr>
            </a:lvl1pPr>
            <a:lvl2pPr algn="l">
              <a:buNone/>
              <a:defRPr sz="1050" b="1">
                <a:solidFill>
                  <a:srgbClr val="08776F"/>
                </a:solidFill>
                <a:latin typeface="Aptos"/>
                <a:ea typeface="Aptos"/>
                <a:cs typeface="Aptos"/>
              </a:defRPr>
            </a:lvl2pPr>
            <a:lvl3pPr algn="l">
              <a:buNone/>
              <a:defRPr sz="1050" b="1">
                <a:solidFill>
                  <a:srgbClr val="08776F"/>
                </a:solidFill>
                <a:latin typeface="Aptos"/>
                <a:ea typeface="Aptos"/>
                <a:cs typeface="Aptos"/>
              </a:defRPr>
            </a:lvl3pPr>
            <a:lvl4pPr algn="l">
              <a:buNone/>
              <a:defRPr sz="1050" b="1">
                <a:solidFill>
                  <a:srgbClr val="08776F"/>
                </a:solidFill>
                <a:latin typeface="Aptos"/>
                <a:ea typeface="Aptos"/>
                <a:cs typeface="Aptos"/>
              </a:defRPr>
            </a:lvl4pPr>
            <a:lvl5pPr algn="l">
              <a:buNone/>
              <a:defRPr sz="1050" b="1">
                <a:solidFill>
                  <a:srgbClr val="08776F"/>
                </a:solidFill>
                <a:latin typeface="Aptos"/>
                <a:ea typeface="Aptos"/>
                <a:cs typeface="Aptos"/>
              </a:defRPr>
            </a:lvl5pPr>
            <a:lvl6pPr algn="l">
              <a:buNone/>
              <a:defRPr sz="1050" b="1">
                <a:solidFill>
                  <a:srgbClr val="08776F"/>
                </a:solidFill>
                <a:latin typeface="Aptos"/>
                <a:ea typeface="Aptos"/>
                <a:cs typeface="Aptos"/>
              </a:defRPr>
            </a:lvl6pPr>
            <a:lvl7pPr algn="l">
              <a:buNone/>
              <a:defRPr sz="1050" b="1">
                <a:solidFill>
                  <a:srgbClr val="08776F"/>
                </a:solidFill>
                <a:latin typeface="Aptos"/>
                <a:ea typeface="Aptos"/>
                <a:cs typeface="Aptos"/>
              </a:defRPr>
            </a:lvl7pPr>
            <a:lvl8pPr algn="l">
              <a:buNone/>
              <a:defRPr sz="1050" b="1">
                <a:solidFill>
                  <a:srgbClr val="08776F"/>
                </a:solidFill>
                <a:latin typeface="Aptos"/>
                <a:ea typeface="Aptos"/>
                <a:cs typeface="Aptos"/>
              </a:defRPr>
            </a:lvl8pPr>
            <a:lvl9pPr algn="l">
              <a:buNone/>
              <a:defRPr sz="1050" b="1">
                <a:solidFill>
                  <a:srgbClr val="08776F"/>
                </a:solidFill>
                <a:latin typeface="Aptos"/>
                <a:ea typeface="Aptos"/>
                <a:cs typeface="Aptos"/>
              </a:defRPr>
            </a:lvl9pPr>
          </a:lstStyle>
          <a:p xmlns:a="http://schemas.openxmlformats.org/drawingml/2006/main">
            <a:pPr algn="l">
              <a:spcBef>
                <a:spcPts val="0"/>
              </a:spcBef>
              <a:spcAft>
                <a:spcPts val="0"/>
              </a:spcAft>
              <a:buNone/>
              <a:defRPr sz="1050" b="1">
                <a:solidFill>
                  <a:srgbClr val="08776F"/>
                </a:solidFill>
                <a:latin typeface="Aptos"/>
                <a:ea typeface="Aptos"/>
                <a:cs typeface="Aptos"/>
              </a:defRPr>
            </a:pPr>
            <a:r>
              <a:rPr sz="1050" b="1" i="0" spc="45">
                <a:solidFill>
                  <a:srgbClr val="08776F"/>
                </a:solidFill>
                <a:latin typeface="Aptos"/>
                <a:ea typeface="Aptos"/>
                <a:cs typeface="Aptos"/>
              </a:rPr>
              <a:t>FORMAT DAN TINJAUAN</a:t>
            </a:r>
          </a:p>
        </p:txBody>
      </p:sp>
      <p:sp>
        <p:nvSpPr>
          <p:cNvPr id="10" name="Rounded Rectangle 9">
            <a:extLst xmlns:a="http://schemas.openxmlformats.org/drawingml/2006/main">
              <a:ext uri="{FF2B5EF4-FFF2-40B4-BE49-F238E27FC236}">
                <a16:creationId xmlns:a16="http://schemas.microsoft.com/office/drawing/2014/main" id="{737562BC-0F20-4464-A404-933C0AFE5A4E}"/>
              </a:ext>
            </a:extLst>
          </p:cNvPr>
          <p:cNvSpPr>
            <a:spLocks xmlns:a="http://schemas.openxmlformats.org/drawingml/2006/main" noGrp="1"/>
          </p:cNvSpPr>
          <p:nvPr/>
        </p:nvSpPr>
        <p:spPr>
          <a:xfrm xmlns:a="http://schemas.openxmlformats.org/drawingml/2006/main">
            <a:off x="7205472" y="1901952"/>
            <a:ext cx="1938528" cy="1024128"/>
          </a:xfrm>
          <a:prstGeom xmlns:a="http://schemas.openxmlformats.org/drawingml/2006/main" prst="roundRect">
            <a:avLst>
              <a:gd name="adj" fmla="val 111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Oval 10">
            <a:extLst xmlns:a="http://schemas.openxmlformats.org/drawingml/2006/main">
              <a:ext uri="{FF2B5EF4-FFF2-40B4-BE49-F238E27FC236}">
                <a16:creationId xmlns:a16="http://schemas.microsoft.com/office/drawing/2014/main" id="{51E796E1-6CEF-4DFF-B60E-71E7C41764BE}"/>
              </a:ext>
            </a:extLst>
          </p:cNvPr>
          <p:cNvSpPr>
            <a:spLocks xmlns:a="http://schemas.openxmlformats.org/drawingml/2006/main" noGrp="1"/>
          </p:cNvSpPr>
          <p:nvPr/>
        </p:nvSpPr>
        <p:spPr>
          <a:xfrm xmlns:a="http://schemas.openxmlformats.org/drawingml/2006/main">
            <a:off x="7370064" y="2130552"/>
            <a:ext cx="502920" cy="50292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3E5EA49A-EB2B-4EC3-AA04-5CC16B2F2B47}"/>
              </a:ext>
            </a:extLst>
          </p:cNvPr>
          <p:cNvSpPr>
            <a:spLocks xmlns:a="http://schemas.openxmlformats.org/drawingml/2006/main" noGrp="1"/>
          </p:cNvSpPr>
          <p:nvPr/>
        </p:nvSpPr>
        <p:spPr>
          <a:xfrm xmlns:a="http://schemas.openxmlformats.org/drawingml/2006/main">
            <a:off x="7370064" y="2130552"/>
            <a:ext cx="502920" cy="50292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50" b="1" i="0">
                <a:solidFill>
                  <a:srgbClr val="08776F"/>
                </a:solidFill>
                <a:latin typeface="Aptos"/>
                <a:ea typeface="Aptos"/>
                <a:cs typeface="Aptos"/>
              </a:rPr>
              <a:t>DOCX</a:t>
            </a:r>
          </a:p>
        </p:txBody>
      </p:sp>
      <p:sp>
        <p:nvSpPr>
          <p:cNvPr id="13" name="TextBox 12">
            <a:extLst xmlns:a="http://schemas.openxmlformats.org/drawingml/2006/main">
              <a:ext uri="{FF2B5EF4-FFF2-40B4-BE49-F238E27FC236}">
                <a16:creationId xmlns:a16="http://schemas.microsoft.com/office/drawing/2014/main" id="{84296F46-BECD-49E2-AB04-6A1DCABACA66}"/>
              </a:ext>
            </a:extLst>
          </p:cNvPr>
          <p:cNvSpPr>
            <a:spLocks xmlns:a="http://schemas.openxmlformats.org/drawingml/2006/main" noGrp="1"/>
          </p:cNvSpPr>
          <p:nvPr/>
        </p:nvSpPr>
        <p:spPr>
          <a:xfrm xmlns:a="http://schemas.openxmlformats.org/drawingml/2006/main">
            <a:off x="7991856" y="2185416"/>
            <a:ext cx="960120" cy="36576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Word</a:t>
            </a:r>
          </a:p>
        </p:txBody>
      </p:sp>
      <p:sp>
        <p:nvSpPr>
          <p:cNvPr id="14" name="Rounded Rectangle 13">
            <a:extLst xmlns:a="http://schemas.openxmlformats.org/drawingml/2006/main">
              <a:ext uri="{FF2B5EF4-FFF2-40B4-BE49-F238E27FC236}">
                <a16:creationId xmlns:a16="http://schemas.microsoft.com/office/drawing/2014/main" id="{5B3E71D8-B599-4173-BFB0-BC58E3E37EC9}"/>
              </a:ext>
            </a:extLst>
          </p:cNvPr>
          <p:cNvSpPr>
            <a:spLocks xmlns:a="http://schemas.openxmlformats.org/drawingml/2006/main" noGrp="1"/>
          </p:cNvSpPr>
          <p:nvPr/>
        </p:nvSpPr>
        <p:spPr>
          <a:xfrm xmlns:a="http://schemas.openxmlformats.org/drawingml/2006/main">
            <a:off x="9372600" y="1901952"/>
            <a:ext cx="1938528" cy="1024128"/>
          </a:xfrm>
          <a:prstGeom xmlns:a="http://schemas.openxmlformats.org/drawingml/2006/main" prst="roundRect">
            <a:avLst>
              <a:gd name="adj" fmla="val 111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Oval 14">
            <a:extLst xmlns:a="http://schemas.openxmlformats.org/drawingml/2006/main">
              <a:ext uri="{FF2B5EF4-FFF2-40B4-BE49-F238E27FC236}">
                <a16:creationId xmlns:a16="http://schemas.microsoft.com/office/drawing/2014/main" id="{EB07E4D5-8965-4E3E-9F47-C1E10F1A232F}"/>
              </a:ext>
            </a:extLst>
          </p:cNvPr>
          <p:cNvSpPr>
            <a:spLocks xmlns:a="http://schemas.openxmlformats.org/drawingml/2006/main" noGrp="1"/>
          </p:cNvSpPr>
          <p:nvPr/>
        </p:nvSpPr>
        <p:spPr>
          <a:xfrm xmlns:a="http://schemas.openxmlformats.org/drawingml/2006/main">
            <a:off x="9537192" y="2130552"/>
            <a:ext cx="502920" cy="50292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8D42EA3D-C8A4-4662-9704-F40460CEA12F}"/>
              </a:ext>
            </a:extLst>
          </p:cNvPr>
          <p:cNvSpPr>
            <a:spLocks xmlns:a="http://schemas.openxmlformats.org/drawingml/2006/main" noGrp="1"/>
          </p:cNvSpPr>
          <p:nvPr/>
        </p:nvSpPr>
        <p:spPr>
          <a:xfrm xmlns:a="http://schemas.openxmlformats.org/drawingml/2006/main">
            <a:off x="9537192" y="2130552"/>
            <a:ext cx="502920" cy="50292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50" b="1" i="0">
                <a:solidFill>
                  <a:srgbClr val="08776F"/>
                </a:solidFill>
                <a:latin typeface="Aptos"/>
                <a:ea typeface="Aptos"/>
                <a:cs typeface="Aptos"/>
              </a:rPr>
              <a:t>PDF</a:t>
            </a:r>
          </a:p>
        </p:txBody>
      </p:sp>
      <p:sp>
        <p:nvSpPr>
          <p:cNvPr id="17" name="TextBox 16">
            <a:extLst xmlns:a="http://schemas.openxmlformats.org/drawingml/2006/main">
              <a:ext uri="{FF2B5EF4-FFF2-40B4-BE49-F238E27FC236}">
                <a16:creationId xmlns:a16="http://schemas.microsoft.com/office/drawing/2014/main" id="{2D62F9ED-492C-41B6-A925-60DF1AF85A67}"/>
              </a:ext>
            </a:extLst>
          </p:cNvPr>
          <p:cNvSpPr>
            <a:spLocks xmlns:a="http://schemas.openxmlformats.org/drawingml/2006/main" noGrp="1"/>
          </p:cNvSpPr>
          <p:nvPr/>
        </p:nvSpPr>
        <p:spPr>
          <a:xfrm xmlns:a="http://schemas.openxmlformats.org/drawingml/2006/main">
            <a:off x="10158984" y="2185416"/>
            <a:ext cx="960120" cy="36576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PDF</a:t>
            </a:r>
          </a:p>
        </p:txBody>
      </p:sp>
      <p:sp>
        <p:nvSpPr>
          <p:cNvPr id="18" name="Rounded Rectangle 17">
            <a:extLst xmlns:a="http://schemas.openxmlformats.org/drawingml/2006/main">
              <a:ext uri="{FF2B5EF4-FFF2-40B4-BE49-F238E27FC236}">
                <a16:creationId xmlns:a16="http://schemas.microsoft.com/office/drawing/2014/main" id="{DA7B311A-B003-4DF0-A66C-966E9C9FD075}"/>
              </a:ext>
            </a:extLst>
          </p:cNvPr>
          <p:cNvSpPr>
            <a:spLocks xmlns:a="http://schemas.openxmlformats.org/drawingml/2006/main" noGrp="1"/>
          </p:cNvSpPr>
          <p:nvPr/>
        </p:nvSpPr>
        <p:spPr>
          <a:xfrm xmlns:a="http://schemas.openxmlformats.org/drawingml/2006/main">
            <a:off x="7205472" y="3154680"/>
            <a:ext cx="1938528" cy="1024128"/>
          </a:xfrm>
          <a:prstGeom xmlns:a="http://schemas.openxmlformats.org/drawingml/2006/main" prst="roundRect">
            <a:avLst>
              <a:gd name="adj" fmla="val 111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17DD4C52-327A-49DB-A32E-FD0DE7DF6403}"/>
              </a:ext>
            </a:extLst>
          </p:cNvPr>
          <p:cNvSpPr>
            <a:spLocks xmlns:a="http://schemas.openxmlformats.org/drawingml/2006/main" noGrp="1"/>
          </p:cNvSpPr>
          <p:nvPr/>
        </p:nvSpPr>
        <p:spPr>
          <a:xfrm xmlns:a="http://schemas.openxmlformats.org/drawingml/2006/main">
            <a:off x="7370064" y="3383280"/>
            <a:ext cx="502920" cy="502920"/>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E8F27051-E675-44D6-9896-6762AF72DAAE}"/>
              </a:ext>
            </a:extLst>
          </p:cNvPr>
          <p:cNvSpPr>
            <a:spLocks xmlns:a="http://schemas.openxmlformats.org/drawingml/2006/main" noGrp="1"/>
          </p:cNvSpPr>
          <p:nvPr/>
        </p:nvSpPr>
        <p:spPr>
          <a:xfrm xmlns:a="http://schemas.openxmlformats.org/drawingml/2006/main">
            <a:off x="7370064" y="3383280"/>
            <a:ext cx="502920" cy="50292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50" b="1" i="0">
                <a:solidFill>
                  <a:srgbClr val="08776F"/>
                </a:solidFill>
                <a:latin typeface="Aptos"/>
                <a:ea typeface="Aptos"/>
                <a:cs typeface="Aptos"/>
              </a:rPr>
              <a:t>MD</a:t>
            </a:r>
          </a:p>
        </p:txBody>
      </p:sp>
      <p:sp>
        <p:nvSpPr>
          <p:cNvPr id="21" name="TextBox 20">
            <a:extLst xmlns:a="http://schemas.openxmlformats.org/drawingml/2006/main">
              <a:ext uri="{FF2B5EF4-FFF2-40B4-BE49-F238E27FC236}">
                <a16:creationId xmlns:a16="http://schemas.microsoft.com/office/drawing/2014/main" id="{466B44DB-EFA8-4C4F-83AD-7AD88F73B356}"/>
              </a:ext>
            </a:extLst>
          </p:cNvPr>
          <p:cNvSpPr>
            <a:spLocks xmlns:a="http://schemas.openxmlformats.org/drawingml/2006/main" noGrp="1"/>
          </p:cNvSpPr>
          <p:nvPr/>
        </p:nvSpPr>
        <p:spPr>
          <a:xfrm xmlns:a="http://schemas.openxmlformats.org/drawingml/2006/main">
            <a:off x="7991856" y="3438144"/>
            <a:ext cx="960120" cy="36576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Markdown</a:t>
            </a:r>
          </a:p>
        </p:txBody>
      </p:sp>
      <p:sp>
        <p:nvSpPr>
          <p:cNvPr id="22" name="Rounded Rectangle 21">
            <a:extLst xmlns:a="http://schemas.openxmlformats.org/drawingml/2006/main">
              <a:ext uri="{FF2B5EF4-FFF2-40B4-BE49-F238E27FC236}">
                <a16:creationId xmlns:a16="http://schemas.microsoft.com/office/drawing/2014/main" id="{34084DE7-FE73-4F1D-9A54-80E59C8443F2}"/>
              </a:ext>
            </a:extLst>
          </p:cNvPr>
          <p:cNvSpPr>
            <a:spLocks xmlns:a="http://schemas.openxmlformats.org/drawingml/2006/main" noGrp="1"/>
          </p:cNvSpPr>
          <p:nvPr/>
        </p:nvSpPr>
        <p:spPr>
          <a:xfrm xmlns:a="http://schemas.openxmlformats.org/drawingml/2006/main">
            <a:off x="9372600" y="3154680"/>
            <a:ext cx="1938528" cy="1024128"/>
          </a:xfrm>
          <a:prstGeom xmlns:a="http://schemas.openxmlformats.org/drawingml/2006/main" prst="roundRect">
            <a:avLst>
              <a:gd name="adj" fmla="val 111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Oval 22">
            <a:extLst xmlns:a="http://schemas.openxmlformats.org/drawingml/2006/main">
              <a:ext uri="{FF2B5EF4-FFF2-40B4-BE49-F238E27FC236}">
                <a16:creationId xmlns:a16="http://schemas.microsoft.com/office/drawing/2014/main" id="{A3A0FE77-0032-4A22-A6F8-414EE4E394A9}"/>
              </a:ext>
            </a:extLst>
          </p:cNvPr>
          <p:cNvSpPr>
            <a:spLocks xmlns:a="http://schemas.openxmlformats.org/drawingml/2006/main" noGrp="1"/>
          </p:cNvSpPr>
          <p:nvPr/>
        </p:nvSpPr>
        <p:spPr>
          <a:xfrm xmlns:a="http://schemas.openxmlformats.org/drawingml/2006/main">
            <a:off x="9537192" y="3383280"/>
            <a:ext cx="502920" cy="502920"/>
          </a:xfrm>
          <a:prstGeom xmlns:a="http://schemas.openxmlformats.org/drawingml/2006/main" prst="ellipse">
            <a:avLst/>
          </a:prstGeom>
          <a:solidFill xmlns:a="http://schemas.openxmlformats.org/drawingml/2006/main">
            <a:srgbClr val="EAF2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TextBox 23">
            <a:extLst xmlns:a="http://schemas.openxmlformats.org/drawingml/2006/main">
              <a:ext uri="{FF2B5EF4-FFF2-40B4-BE49-F238E27FC236}">
                <a16:creationId xmlns:a16="http://schemas.microsoft.com/office/drawing/2014/main" id="{B2FC338C-EFC3-4634-8DFC-82975EA0EFCA}"/>
              </a:ext>
            </a:extLst>
          </p:cNvPr>
          <p:cNvSpPr>
            <a:spLocks xmlns:a="http://schemas.openxmlformats.org/drawingml/2006/main" noGrp="1"/>
          </p:cNvSpPr>
          <p:nvPr/>
        </p:nvSpPr>
        <p:spPr>
          <a:xfrm xmlns:a="http://schemas.openxmlformats.org/drawingml/2006/main">
            <a:off x="9537192" y="3383280"/>
            <a:ext cx="502920" cy="502920"/>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950" b="1" i="0">
                <a:solidFill>
                  <a:srgbClr val="3B82F6"/>
                </a:solidFill>
                <a:latin typeface="Aptos"/>
                <a:ea typeface="Aptos"/>
                <a:cs typeface="Aptos"/>
              </a:rPr>
              <a:t>REV</a:t>
            </a:r>
          </a:p>
        </p:txBody>
      </p:sp>
      <p:sp>
        <p:nvSpPr>
          <p:cNvPr id="25" name="TextBox 24">
            <a:extLst xmlns:a="http://schemas.openxmlformats.org/drawingml/2006/main">
              <a:ext uri="{FF2B5EF4-FFF2-40B4-BE49-F238E27FC236}">
                <a16:creationId xmlns:a16="http://schemas.microsoft.com/office/drawing/2014/main" id="{224C3890-D4EB-4A1C-A313-323B40D684AB}"/>
              </a:ext>
            </a:extLst>
          </p:cNvPr>
          <p:cNvSpPr>
            <a:spLocks xmlns:a="http://schemas.openxmlformats.org/drawingml/2006/main" noGrp="1"/>
          </p:cNvSpPr>
          <p:nvPr/>
        </p:nvSpPr>
        <p:spPr>
          <a:xfrm xmlns:a="http://schemas.openxmlformats.org/drawingml/2006/main">
            <a:off x="10158984" y="3438144"/>
            <a:ext cx="960120" cy="36576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Review</a:t>
            </a:r>
          </a:p>
        </p:txBody>
      </p:sp>
      <p:sp>
        <p:nvSpPr>
          <p:cNvPr id="26" name="Rounded Rectangle 25">
            <a:extLst xmlns:a="http://schemas.openxmlformats.org/drawingml/2006/main">
              <a:ext uri="{FF2B5EF4-FFF2-40B4-BE49-F238E27FC236}">
                <a16:creationId xmlns:a16="http://schemas.microsoft.com/office/drawing/2014/main" id="{2BE4672D-B413-4728-9D8C-62B28DFB4B25}"/>
              </a:ext>
            </a:extLst>
          </p:cNvPr>
          <p:cNvSpPr>
            <a:spLocks xmlns:a="http://schemas.openxmlformats.org/drawingml/2006/main" noGrp="1"/>
          </p:cNvSpPr>
          <p:nvPr/>
        </p:nvSpPr>
        <p:spPr>
          <a:xfrm xmlns:a="http://schemas.openxmlformats.org/drawingml/2006/main">
            <a:off x="7333488" y="4462272"/>
            <a:ext cx="3794760" cy="438912"/>
          </a:xfrm>
          <a:prstGeom xmlns:a="http://schemas.openxmlformats.org/drawingml/2006/main" prst="roundRect">
            <a:avLst>
              <a:gd name="adj" fmla="val 13021"/>
            </a:avLst>
          </a:prstGeom>
          <a:solidFill xmlns:a="http://schemas.openxmlformats.org/drawingml/2006/main">
            <a:srgbClr val="E5F7F0"/>
          </a:solidFill>
          <a:ln xmlns:a="http://schemas.openxmlformats.org/drawingml/2006/main" w="10160">
            <a:solidFill>
              <a:srgbClr val="C5E9DE"/>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7" name="TextBox 26">
            <a:extLst xmlns:a="http://schemas.openxmlformats.org/drawingml/2006/main">
              <a:ext uri="{FF2B5EF4-FFF2-40B4-BE49-F238E27FC236}">
                <a16:creationId xmlns:a16="http://schemas.microsoft.com/office/drawing/2014/main" id="{F7F20806-FCF9-4CD0-AD70-E82F27ABFBAA}"/>
              </a:ext>
            </a:extLst>
          </p:cNvPr>
          <p:cNvSpPr>
            <a:spLocks xmlns:a="http://schemas.openxmlformats.org/drawingml/2006/main" noGrp="1"/>
          </p:cNvSpPr>
          <p:nvPr/>
        </p:nvSpPr>
        <p:spPr>
          <a:xfrm xmlns:a="http://schemas.openxmlformats.org/drawingml/2006/main">
            <a:off x="7479792" y="4498848"/>
            <a:ext cx="3493008" cy="21031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200" b="1">
                <a:solidFill>
                  <a:srgbClr val="08776F"/>
                </a:solidFill>
                <a:latin typeface="Aptos"/>
                <a:ea typeface="Aptos"/>
                <a:cs typeface="Aptos"/>
              </a:defRPr>
            </a:defPPr>
            <a:lvl1pPr algn="ctr">
              <a:buNone/>
              <a:defRPr sz="1200" b="1">
                <a:solidFill>
                  <a:srgbClr val="08776F"/>
                </a:solidFill>
                <a:latin typeface="Aptos"/>
                <a:ea typeface="Aptos"/>
                <a:cs typeface="Aptos"/>
              </a:defRPr>
            </a:lvl1pPr>
            <a:lvl2pPr algn="ctr">
              <a:buNone/>
              <a:defRPr sz="1200" b="1">
                <a:solidFill>
                  <a:srgbClr val="08776F"/>
                </a:solidFill>
                <a:latin typeface="Aptos"/>
                <a:ea typeface="Aptos"/>
                <a:cs typeface="Aptos"/>
              </a:defRPr>
            </a:lvl2pPr>
            <a:lvl3pPr algn="ctr">
              <a:buNone/>
              <a:defRPr sz="1200" b="1">
                <a:solidFill>
                  <a:srgbClr val="08776F"/>
                </a:solidFill>
                <a:latin typeface="Aptos"/>
                <a:ea typeface="Aptos"/>
                <a:cs typeface="Aptos"/>
              </a:defRPr>
            </a:lvl3pPr>
            <a:lvl4pPr algn="ctr">
              <a:buNone/>
              <a:defRPr sz="1200" b="1">
                <a:solidFill>
                  <a:srgbClr val="08776F"/>
                </a:solidFill>
                <a:latin typeface="Aptos"/>
                <a:ea typeface="Aptos"/>
                <a:cs typeface="Aptos"/>
              </a:defRPr>
            </a:lvl4pPr>
            <a:lvl5pPr algn="ctr">
              <a:buNone/>
              <a:defRPr sz="1200" b="1">
                <a:solidFill>
                  <a:srgbClr val="08776F"/>
                </a:solidFill>
                <a:latin typeface="Aptos"/>
                <a:ea typeface="Aptos"/>
                <a:cs typeface="Aptos"/>
              </a:defRPr>
            </a:lvl5pPr>
            <a:lvl6pPr algn="ctr">
              <a:buNone/>
              <a:defRPr sz="1200" b="1">
                <a:solidFill>
                  <a:srgbClr val="08776F"/>
                </a:solidFill>
                <a:latin typeface="Aptos"/>
                <a:ea typeface="Aptos"/>
                <a:cs typeface="Aptos"/>
              </a:defRPr>
            </a:lvl6pPr>
            <a:lvl7pPr algn="ctr">
              <a:buNone/>
              <a:defRPr sz="1200" b="1">
                <a:solidFill>
                  <a:srgbClr val="08776F"/>
                </a:solidFill>
                <a:latin typeface="Aptos"/>
                <a:ea typeface="Aptos"/>
                <a:cs typeface="Aptos"/>
              </a:defRPr>
            </a:lvl7pPr>
            <a:lvl8pPr algn="ctr">
              <a:buNone/>
              <a:defRPr sz="1200" b="1">
                <a:solidFill>
                  <a:srgbClr val="08776F"/>
                </a:solidFill>
                <a:latin typeface="Aptos"/>
                <a:ea typeface="Aptos"/>
                <a:cs typeface="Aptos"/>
              </a:defRPr>
            </a:lvl8pPr>
            <a:lvl9pPr algn="ctr">
              <a:buNone/>
              <a:defRPr sz="1200" b="1">
                <a:solidFill>
                  <a:srgbClr val="08776F"/>
                </a:solidFill>
                <a:latin typeface="Aptos"/>
                <a:ea typeface="Aptos"/>
                <a:cs typeface="Aptos"/>
              </a:defRPr>
            </a:lvl9pPr>
          </a:lstStyle>
          <a:p xmlns:a="http://schemas.openxmlformats.org/drawingml/2006/main">
            <a:pPr algn="ctr">
              <a:spcBef>
                <a:spcPts val="0"/>
              </a:spcBef>
              <a:spcAft>
                <a:spcPts val="0"/>
              </a:spcAft>
              <a:buNone/>
              <a:defRPr sz="1200" b="1">
                <a:solidFill>
                  <a:srgbClr val="08776F"/>
                </a:solidFill>
                <a:latin typeface="Aptos"/>
                <a:ea typeface="Aptos"/>
                <a:cs typeface="Aptos"/>
              </a:defRPr>
            </a:pPr>
            <a:r>
              <a:rPr sz="1200" b="1" i="0">
                <a:solidFill>
                  <a:srgbClr val="08776F"/>
                </a:solidFill>
                <a:latin typeface="Aptos"/>
                <a:ea typeface="Aptos"/>
                <a:cs typeface="Aptos"/>
              </a:rPr>
              <a:t>Draf  /  Disetujui pengguna</a:t>
            </a:r>
          </a:p>
        </p:txBody>
      </p:sp>
      <p:sp>
        <p:nvSpPr>
          <p:cNvPr id="28" name="Rounded Rectangle 27">
            <a:extLst xmlns:a="http://schemas.openxmlformats.org/drawingml/2006/main">
              <a:ext uri="{FF2B5EF4-FFF2-40B4-BE49-F238E27FC236}">
                <a16:creationId xmlns:a16="http://schemas.microsoft.com/office/drawing/2014/main" id="{2DF9536B-D12C-400F-8D30-925E92373F3F}"/>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9" name="Rectangle 28">
            <a:extLst xmlns:a="http://schemas.openxmlformats.org/drawingml/2006/main">
              <a:ext uri="{FF2B5EF4-FFF2-40B4-BE49-F238E27FC236}">
                <a16:creationId xmlns:a16="http://schemas.microsoft.com/office/drawing/2014/main" id="{E1434475-9890-42DD-85FD-BA4B5409682E}"/>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TextBox 29">
            <a:extLst xmlns:a="http://schemas.openxmlformats.org/drawingml/2006/main">
              <a:ext uri="{FF2B5EF4-FFF2-40B4-BE49-F238E27FC236}">
                <a16:creationId xmlns:a16="http://schemas.microsoft.com/office/drawing/2014/main" id="{4EDEF296-3672-418C-912A-2D063A5871A6}"/>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Laporan memuat rencana, sintesis, matriks, kutipan, kandidat celah, verifikasi, dan bibliografi. Word, PDF, serta Markdown mengikuti run terbaru.</a:t>
            </a:r>
          </a:p>
        </p:txBody>
      </p:sp>
      <p:sp>
        <p:nvSpPr>
          <p:cNvPr id="31" name="TextBox 30">
            <a:extLst xmlns:a="http://schemas.openxmlformats.org/drawingml/2006/main">
              <a:ext uri="{FF2B5EF4-FFF2-40B4-BE49-F238E27FC236}">
                <a16:creationId xmlns:a16="http://schemas.microsoft.com/office/drawing/2014/main" id="{9281737D-7D76-4771-B860-C70E5B87DCA9}"/>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Contoh arsip, 14 Oktober 2026. Awaiting approval menghasilkan draf. Completed mencatat persetujuan pengguna. Unduhan memakai akses privat.</a:t>
            </a:r>
          </a:p>
        </p:txBody>
      </p:sp>
      <p:sp>
        <p:nvSpPr>
          <p:cNvPr id="32" name="Connector 31">
            <a:extLst xmlns:a="http://schemas.openxmlformats.org/drawingml/2006/main">
              <a:ext uri="{FF2B5EF4-FFF2-40B4-BE49-F238E27FC236}">
                <a16:creationId xmlns:a16="http://schemas.microsoft.com/office/drawing/2014/main" id="{070B0ED6-3C2E-41EF-9A8D-28890BA14CE3}"/>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33" name="TextBox 32">
            <a:extLst xmlns:a="http://schemas.openxmlformats.org/drawingml/2006/main">
              <a:ext uri="{FF2B5EF4-FFF2-40B4-BE49-F238E27FC236}">
                <a16:creationId xmlns:a16="http://schemas.microsoft.com/office/drawing/2014/main" id="{1C2C9E84-6025-414C-8155-1F6F7BFFF49C}"/>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34" name="TextBox 33">
            <a:extLst xmlns:a="http://schemas.openxmlformats.org/drawingml/2006/main">
              <a:ext uri="{FF2B5EF4-FFF2-40B4-BE49-F238E27FC236}">
                <a16:creationId xmlns:a16="http://schemas.microsoft.com/office/drawing/2014/main" id="{C54D143F-BFC3-4007-B911-C50889DB719B}"/>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12 / 15</a:t>
            </a:r>
          </a:p>
        </p:txBody>
      </p:sp>
    </p:spTree>
    <p:extLst>
      <p:ext uri="{BB962C8B-B14F-4D97-AF65-F5344CB8AC3E}">
        <p14:creationId xmlns:p14="http://schemas.microsoft.com/office/powerpoint/2010/main" val="1094120951"/>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cxnSp>
        <p:nvCxnSpPr>
          <p:cNvPr id="51" name="">
            <a:extLst xmlns:a="http://schemas.openxmlformats.org/drawingml/2006/main">
              <a:ext uri="{FF2B5EF4-FFF2-40B4-BE49-F238E27FC236}">
                <a16:creationId xmlns:a16="http://schemas.microsoft.com/office/drawing/2014/main" id="{2D57D0E7-3909-44BC-AD06-B36EABF689A5}"/>
              </a:ext>
            </a:extLst>
          </p:cNvPr>
          <p:cNvCxnSpPr>
            <a:stCxn xmlns:a="http://schemas.openxmlformats.org/drawingml/2006/main" id="18" idx="3"/>
            <a:endCxn xmlns:a="http://schemas.openxmlformats.org/drawingml/2006/main" id="30" idx="1"/>
          </p:cNvCxnSpPr>
          <p:nvPr/>
        </p:nvCxnSpPr>
        <p:spPr>
          <a:xfrm xmlns:a="http://schemas.openxmlformats.org/drawingml/2006/main" flipV="1">
            <a:off x="9006840" y="2578607"/>
            <a:ext cx="640080" cy="630937"/>
          </a:xfrm>
          <a:prstGeom xmlns:a="http://schemas.openxmlformats.org/drawingml/2006/main" prst="bentConnector3">
            <a:avLst>
              <a:gd name="adj1" fmla="val 50000"/>
            </a:avLst>
          </a:prstGeom>
          <a:ln xmlns:a="http://schemas.openxmlformats.org/drawingml/2006/main" w="19050" cap="rnd">
            <a:solidFill>
              <a:srgbClr val="3B82F6"/>
            </a:solidFill>
            <a:prstDash val="dash"/>
            <a:round/>
            <a:tailEnd type="triangle" w="med" len="med"/>
          </a:ln>
        </p:spPr>
      </p:cxnSp>
      <p:cxnSp>
        <p:nvCxnSpPr>
          <p:cNvPr id="50" name="">
            <a:extLst xmlns:a="http://schemas.openxmlformats.org/drawingml/2006/main">
              <a:ext uri="{FF2B5EF4-FFF2-40B4-BE49-F238E27FC236}">
                <a16:creationId xmlns:a16="http://schemas.microsoft.com/office/drawing/2014/main" id="{641333EF-7EB9-4036-BEA4-5BF809850C97}"/>
              </a:ext>
            </a:extLst>
          </p:cNvPr>
          <p:cNvCxnSpPr>
            <a:stCxn xmlns:a="http://schemas.openxmlformats.org/drawingml/2006/main" id="16" idx="3"/>
            <a:endCxn xmlns:a="http://schemas.openxmlformats.org/drawingml/2006/main" id="30" idx="1"/>
          </p:cNvCxnSpPr>
          <p:nvPr/>
        </p:nvCxnSpPr>
        <p:spPr>
          <a:xfrm xmlns:a="http://schemas.openxmlformats.org/drawingml/2006/main">
            <a:off x="9006840" y="1901952"/>
            <a:ext cx="640080" cy="676655"/>
          </a:xfrm>
          <a:prstGeom xmlns:a="http://schemas.openxmlformats.org/drawingml/2006/main" prst="bentConnector3">
            <a:avLst>
              <a:gd name="adj1" fmla="val 50000"/>
            </a:avLst>
          </a:prstGeom>
          <a:ln xmlns:a="http://schemas.openxmlformats.org/drawingml/2006/main" w="19050" cap="rnd">
            <a:solidFill>
              <a:srgbClr val="3B82F6"/>
            </a:solidFill>
            <a:prstDash val="dash"/>
            <a:round/>
            <a:tailEnd type="triangle" w="med" len="med"/>
          </a:ln>
        </p:spPr>
      </p:cxnSp>
      <p:cxnSp>
        <p:nvCxnSpPr>
          <p:cNvPr id="49" name="">
            <a:extLst xmlns:a="http://schemas.openxmlformats.org/drawingml/2006/main">
              <a:ext uri="{FF2B5EF4-FFF2-40B4-BE49-F238E27FC236}">
                <a16:creationId xmlns:a16="http://schemas.microsoft.com/office/drawing/2014/main" id="{5478BE38-97C8-43EE-8746-1BC266CCE143}"/>
              </a:ext>
            </a:extLst>
          </p:cNvPr>
          <p:cNvCxnSpPr>
            <a:stCxn xmlns:a="http://schemas.openxmlformats.org/drawingml/2006/main" id="14" idx="3"/>
            <a:endCxn xmlns:a="http://schemas.openxmlformats.org/drawingml/2006/main" id="18" idx="1"/>
          </p:cNvCxnSpPr>
          <p:nvPr/>
        </p:nvCxnSpPr>
        <p:spPr>
          <a:xfrm xmlns:a="http://schemas.openxmlformats.org/drawingml/2006/main">
            <a:off x="6675120" y="3209544"/>
            <a:ext cx="640080" cy="0"/>
          </a:xfrm>
          <a:prstGeom xmlns:a="http://schemas.openxmlformats.org/drawingml/2006/main" prst="straightConnector1">
            <a:avLst/>
          </a:prstGeom>
          <a:ln xmlns:a="http://schemas.openxmlformats.org/drawingml/2006/main" w="19050" cap="rnd">
            <a:solidFill>
              <a:srgbClr val="0F9D91"/>
            </a:solidFill>
            <a:prstDash val="solid"/>
            <a:round/>
            <a:tailEnd type="triangle" w="med" len="med"/>
          </a:ln>
        </p:spPr>
      </p:cxnSp>
      <p:cxnSp>
        <p:nvCxnSpPr>
          <p:cNvPr id="48" name="">
            <a:extLst xmlns:a="http://schemas.openxmlformats.org/drawingml/2006/main">
              <a:ext uri="{FF2B5EF4-FFF2-40B4-BE49-F238E27FC236}">
                <a16:creationId xmlns:a16="http://schemas.microsoft.com/office/drawing/2014/main" id="{BEF630CA-F697-47A8-BB73-29A20E9FF71E}"/>
              </a:ext>
            </a:extLst>
          </p:cNvPr>
          <p:cNvCxnSpPr>
            <a:stCxn xmlns:a="http://schemas.openxmlformats.org/drawingml/2006/main" id="12" idx="3"/>
            <a:endCxn xmlns:a="http://schemas.openxmlformats.org/drawingml/2006/main" id="16" idx="1"/>
          </p:cNvCxnSpPr>
          <p:nvPr/>
        </p:nvCxnSpPr>
        <p:spPr>
          <a:xfrm xmlns:a="http://schemas.openxmlformats.org/drawingml/2006/main">
            <a:off x="6675120" y="1901952"/>
            <a:ext cx="640080" cy="0"/>
          </a:xfrm>
          <a:prstGeom xmlns:a="http://schemas.openxmlformats.org/drawingml/2006/main" prst="straightConnector1">
            <a:avLst/>
          </a:prstGeom>
          <a:ln xmlns:a="http://schemas.openxmlformats.org/drawingml/2006/main" w="19050" cap="rnd">
            <a:solidFill>
              <a:srgbClr val="0F9D91"/>
            </a:solidFill>
            <a:prstDash val="solid"/>
            <a:round/>
            <a:tailEnd type="triangle" w="med" len="med"/>
          </a:ln>
        </p:spPr>
      </p:cxnSp>
      <p:cxnSp>
        <p:nvCxnSpPr>
          <p:cNvPr id="47" name="">
            <a:extLst xmlns:a="http://schemas.openxmlformats.org/drawingml/2006/main">
              <a:ext uri="{FF2B5EF4-FFF2-40B4-BE49-F238E27FC236}">
                <a16:creationId xmlns:a16="http://schemas.microsoft.com/office/drawing/2014/main" id="{46D6BB48-0853-4EA7-8C50-7B3DAB13F418}"/>
              </a:ext>
            </a:extLst>
          </p:cNvPr>
          <p:cNvCxnSpPr>
            <a:stCxn xmlns:a="http://schemas.openxmlformats.org/drawingml/2006/main" id="10" idx="3"/>
            <a:endCxn xmlns:a="http://schemas.openxmlformats.org/drawingml/2006/main" id="14" idx="1"/>
          </p:cNvCxnSpPr>
          <p:nvPr/>
        </p:nvCxnSpPr>
        <p:spPr>
          <a:xfrm xmlns:a="http://schemas.openxmlformats.org/drawingml/2006/main">
            <a:off x="4453128" y="2231136"/>
            <a:ext cx="530352" cy="978408"/>
          </a:xfrm>
          <a:prstGeom xmlns:a="http://schemas.openxmlformats.org/drawingml/2006/main" prst="bentConnector3">
            <a:avLst>
              <a:gd name="adj1" fmla="val 50000"/>
            </a:avLst>
          </a:prstGeom>
          <a:ln xmlns:a="http://schemas.openxmlformats.org/drawingml/2006/main" w="19050" cap="rnd">
            <a:solidFill>
              <a:srgbClr val="0F9D91"/>
            </a:solidFill>
            <a:prstDash val="solid"/>
            <a:round/>
            <a:tailEnd type="triangle" w="med" len="med"/>
          </a:ln>
        </p:spPr>
      </p:cxnSp>
      <p:cxnSp>
        <p:nvCxnSpPr>
          <p:cNvPr id="46" name="">
            <a:extLst xmlns:a="http://schemas.openxmlformats.org/drawingml/2006/main">
              <a:ext uri="{FF2B5EF4-FFF2-40B4-BE49-F238E27FC236}">
                <a16:creationId xmlns:a16="http://schemas.microsoft.com/office/drawing/2014/main" id="{BB122100-3A2E-42D5-A403-D4B06E1BD840}"/>
              </a:ext>
            </a:extLst>
          </p:cNvPr>
          <p:cNvCxnSpPr>
            <a:stCxn xmlns:a="http://schemas.openxmlformats.org/drawingml/2006/main" id="10" idx="3"/>
            <a:endCxn xmlns:a="http://schemas.openxmlformats.org/drawingml/2006/main" id="12" idx="1"/>
          </p:cNvCxnSpPr>
          <p:nvPr/>
        </p:nvCxnSpPr>
        <p:spPr>
          <a:xfrm xmlns:a="http://schemas.openxmlformats.org/drawingml/2006/main" flipV="1">
            <a:off x="4453128" y="1901952"/>
            <a:ext cx="530352" cy="329184"/>
          </a:xfrm>
          <a:prstGeom xmlns:a="http://schemas.openxmlformats.org/drawingml/2006/main" prst="bentConnector3">
            <a:avLst>
              <a:gd name="adj1" fmla="val 50000"/>
            </a:avLst>
          </a:prstGeom>
          <a:ln xmlns:a="http://schemas.openxmlformats.org/drawingml/2006/main" w="19050" cap="rnd">
            <a:solidFill>
              <a:srgbClr val="0F9D91"/>
            </a:solidFill>
            <a:prstDash val="solid"/>
            <a:round/>
            <a:tailEnd type="triangle" w="med" len="med"/>
          </a:ln>
        </p:spPr>
      </p:cxnSp>
      <p:cxnSp>
        <p:nvCxnSpPr>
          <p:cNvPr id="45" name="">
            <a:extLst xmlns:a="http://schemas.openxmlformats.org/drawingml/2006/main">
              <a:ext uri="{FF2B5EF4-FFF2-40B4-BE49-F238E27FC236}">
                <a16:creationId xmlns:a16="http://schemas.microsoft.com/office/drawing/2014/main" id="{2FD418C4-74AD-4B18-883E-48E13CB87EA9}"/>
              </a:ext>
            </a:extLst>
          </p:cNvPr>
          <p:cNvCxnSpPr>
            <a:stCxn xmlns:a="http://schemas.openxmlformats.org/drawingml/2006/main" id="8" idx="3"/>
            <a:endCxn xmlns:a="http://schemas.openxmlformats.org/drawingml/2006/main" id="10" idx="1"/>
          </p:cNvCxnSpPr>
          <p:nvPr/>
        </p:nvCxnSpPr>
        <p:spPr>
          <a:xfrm xmlns:a="http://schemas.openxmlformats.org/drawingml/2006/main">
            <a:off x="2404872" y="2231136"/>
            <a:ext cx="448056" cy="0"/>
          </a:xfrm>
          <a:prstGeom xmlns:a="http://schemas.openxmlformats.org/drawingml/2006/main" prst="straightConnector1">
            <a:avLst/>
          </a:prstGeom>
          <a:ln xmlns:a="http://schemas.openxmlformats.org/drawingml/2006/main" w="19050" cap="rnd">
            <a:solidFill>
              <a:srgbClr val="0F9D91"/>
            </a:solidFill>
            <a:prstDash val="solid"/>
            <a:round/>
            <a:tailEnd type="triangle" w="med" len="med"/>
          </a:ln>
        </p:spPr>
      </p:cxnSp>
      <p:sp>
        <p:nvSpPr>
          <p:cNvPr id="2" name="TextBox 1">
            <a:extLst xmlns:a="http://schemas.openxmlformats.org/drawingml/2006/main">
              <a:ext uri="{FF2B5EF4-FFF2-40B4-BE49-F238E27FC236}">
                <a16:creationId xmlns:a16="http://schemas.microsoft.com/office/drawing/2014/main" id="{2FE00981-8A14-4CC9-8FB1-FBFE069DBE0E}"/>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180AAA1F-983E-41F9-940B-64A341EC9502}"/>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DATA &amp; PRIVASI</a:t>
            </a:r>
          </a:p>
        </p:txBody>
      </p:sp>
      <p:sp>
        <p:nvSpPr>
          <p:cNvPr id="4" name="TextBox 3">
            <a:extLst xmlns:a="http://schemas.openxmlformats.org/drawingml/2006/main">
              <a:ext uri="{FF2B5EF4-FFF2-40B4-BE49-F238E27FC236}">
                <a16:creationId xmlns:a16="http://schemas.microsoft.com/office/drawing/2014/main" id="{0BE005E2-7500-4465-8632-63539DB00114}"/>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Model data dan akses privat</a:t>
            </a:r>
          </a:p>
        </p:txBody>
      </p:sp>
      <p:sp>
        <p:nvSpPr>
          <p:cNvPr id="5" name="Rectangle 4">
            <a:extLst xmlns:a="http://schemas.openxmlformats.org/drawingml/2006/main">
              <a:ext uri="{FF2B5EF4-FFF2-40B4-BE49-F238E27FC236}">
                <a16:creationId xmlns:a16="http://schemas.microsoft.com/office/drawing/2014/main" id="{A021F3AD-CA2B-46CE-9AF1-92995D893FD1}"/>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A28F983A-A984-405C-9988-28E30EB260EF}"/>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C4B6AA42-5BC1-421D-B3CC-2D245FB7C446}"/>
              </a:ext>
            </a:extLst>
          </p:cNvPr>
          <p:cNvSpPr>
            <a:spLocks xmlns:a="http://schemas.openxmlformats.org/drawingml/2006/main" noGrp="1"/>
          </p:cNvSpPr>
          <p:nvPr/>
        </p:nvSpPr>
        <p:spPr>
          <a:xfrm xmlns:a="http://schemas.openxmlformats.org/drawingml/2006/main">
            <a:off x="768096" y="1389888"/>
            <a:ext cx="6583680" cy="1874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50" b="1">
                <a:solidFill>
                  <a:srgbClr val="08776F"/>
                </a:solidFill>
                <a:latin typeface="Aptos"/>
                <a:ea typeface="Aptos"/>
                <a:cs typeface="Aptos"/>
              </a:defRPr>
            </a:defPPr>
            <a:lvl1pPr algn="l">
              <a:buNone/>
              <a:defRPr sz="1050" b="1">
                <a:solidFill>
                  <a:srgbClr val="08776F"/>
                </a:solidFill>
                <a:latin typeface="Aptos"/>
                <a:ea typeface="Aptos"/>
                <a:cs typeface="Aptos"/>
              </a:defRPr>
            </a:lvl1pPr>
            <a:lvl2pPr algn="l">
              <a:buNone/>
              <a:defRPr sz="1050" b="1">
                <a:solidFill>
                  <a:srgbClr val="08776F"/>
                </a:solidFill>
                <a:latin typeface="Aptos"/>
                <a:ea typeface="Aptos"/>
                <a:cs typeface="Aptos"/>
              </a:defRPr>
            </a:lvl2pPr>
            <a:lvl3pPr algn="l">
              <a:buNone/>
              <a:defRPr sz="1050" b="1">
                <a:solidFill>
                  <a:srgbClr val="08776F"/>
                </a:solidFill>
                <a:latin typeface="Aptos"/>
                <a:ea typeface="Aptos"/>
                <a:cs typeface="Aptos"/>
              </a:defRPr>
            </a:lvl3pPr>
            <a:lvl4pPr algn="l">
              <a:buNone/>
              <a:defRPr sz="1050" b="1">
                <a:solidFill>
                  <a:srgbClr val="08776F"/>
                </a:solidFill>
                <a:latin typeface="Aptos"/>
                <a:ea typeface="Aptos"/>
                <a:cs typeface="Aptos"/>
              </a:defRPr>
            </a:lvl4pPr>
            <a:lvl5pPr algn="l">
              <a:buNone/>
              <a:defRPr sz="1050" b="1">
                <a:solidFill>
                  <a:srgbClr val="08776F"/>
                </a:solidFill>
                <a:latin typeface="Aptos"/>
                <a:ea typeface="Aptos"/>
                <a:cs typeface="Aptos"/>
              </a:defRPr>
            </a:lvl5pPr>
            <a:lvl6pPr algn="l">
              <a:buNone/>
              <a:defRPr sz="1050" b="1">
                <a:solidFill>
                  <a:srgbClr val="08776F"/>
                </a:solidFill>
                <a:latin typeface="Aptos"/>
                <a:ea typeface="Aptos"/>
                <a:cs typeface="Aptos"/>
              </a:defRPr>
            </a:lvl6pPr>
            <a:lvl7pPr algn="l">
              <a:buNone/>
              <a:defRPr sz="1050" b="1">
                <a:solidFill>
                  <a:srgbClr val="08776F"/>
                </a:solidFill>
                <a:latin typeface="Aptos"/>
                <a:ea typeface="Aptos"/>
                <a:cs typeface="Aptos"/>
              </a:defRPr>
            </a:lvl7pPr>
            <a:lvl8pPr algn="l">
              <a:buNone/>
              <a:defRPr sz="1050" b="1">
                <a:solidFill>
                  <a:srgbClr val="08776F"/>
                </a:solidFill>
                <a:latin typeface="Aptos"/>
                <a:ea typeface="Aptos"/>
                <a:cs typeface="Aptos"/>
              </a:defRPr>
            </a:lvl8pPr>
            <a:lvl9pPr algn="l">
              <a:buNone/>
              <a:defRPr sz="1050" b="1">
                <a:solidFill>
                  <a:srgbClr val="08776F"/>
                </a:solidFill>
                <a:latin typeface="Aptos"/>
                <a:ea typeface="Aptos"/>
                <a:cs typeface="Aptos"/>
              </a:defRPr>
            </a:lvl9pPr>
          </a:lstStyle>
          <a:p xmlns:a="http://schemas.openxmlformats.org/drawingml/2006/main">
            <a:pPr algn="l">
              <a:spcBef>
                <a:spcPts val="0"/>
              </a:spcBef>
              <a:spcAft>
                <a:spcPts val="0"/>
              </a:spcAft>
              <a:buNone/>
              <a:defRPr sz="1050" b="1">
                <a:solidFill>
                  <a:srgbClr val="08776F"/>
                </a:solidFill>
                <a:latin typeface="Aptos"/>
                <a:ea typeface="Aptos"/>
                <a:cs typeface="Aptos"/>
              </a:defRPr>
            </a:pPr>
            <a:r>
              <a:rPr sz="1050" b="1" i="0" spc="35">
                <a:solidFill>
                  <a:srgbClr val="08776F"/>
                </a:solidFill>
                <a:latin typeface="Aptos"/>
                <a:ea typeface="Aptos"/>
                <a:cs typeface="Aptos"/>
              </a:rPr>
              <a:t>DATA PROYEK DAN BATAS AKSES</a:t>
            </a:r>
          </a:p>
        </p:txBody>
      </p:sp>
      <p:sp>
        <p:nvSpPr>
          <p:cNvPr id="8" name="Rounded Rectangle 7">
            <a:extLst xmlns:a="http://schemas.openxmlformats.org/drawingml/2006/main">
              <a:ext uri="{FF2B5EF4-FFF2-40B4-BE49-F238E27FC236}">
                <a16:creationId xmlns:a16="http://schemas.microsoft.com/office/drawing/2014/main" id="{87F1E773-58A1-4C71-B7A1-29919723EC84}"/>
              </a:ext>
            </a:extLst>
          </p:cNvPr>
          <p:cNvSpPr>
            <a:spLocks xmlns:a="http://schemas.openxmlformats.org/drawingml/2006/main" noGrp="1"/>
          </p:cNvSpPr>
          <p:nvPr/>
        </p:nvSpPr>
        <p:spPr>
          <a:xfrm xmlns:a="http://schemas.openxmlformats.org/drawingml/2006/main">
            <a:off x="804672" y="1901952"/>
            <a:ext cx="1600200" cy="658368"/>
          </a:xfrm>
          <a:prstGeom xmlns:a="http://schemas.openxmlformats.org/drawingml/2006/main" prst="roundRect">
            <a:avLst>
              <a:gd name="adj" fmla="val 173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CB7D9C55-71A5-466B-BED2-E2D8A8A0196D}"/>
              </a:ext>
            </a:extLst>
          </p:cNvPr>
          <p:cNvSpPr>
            <a:spLocks xmlns:a="http://schemas.openxmlformats.org/drawingml/2006/main" noGrp="1"/>
          </p:cNvSpPr>
          <p:nvPr/>
        </p:nvSpPr>
        <p:spPr>
          <a:xfrm xmlns:a="http://schemas.openxmlformats.org/drawingml/2006/main">
            <a:off x="896112" y="1975104"/>
            <a:ext cx="1417320" cy="51206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Pengguna</a:t>
            </a:r>
          </a:p>
        </p:txBody>
      </p:sp>
      <p:sp>
        <p:nvSpPr>
          <p:cNvPr id="10" name="Rounded Rectangle 9">
            <a:extLst xmlns:a="http://schemas.openxmlformats.org/drawingml/2006/main">
              <a:ext uri="{FF2B5EF4-FFF2-40B4-BE49-F238E27FC236}">
                <a16:creationId xmlns:a16="http://schemas.microsoft.com/office/drawing/2014/main" id="{1F568D96-9E45-4020-9927-CDBD4F94EFFC}"/>
              </a:ext>
            </a:extLst>
          </p:cNvPr>
          <p:cNvSpPr>
            <a:spLocks xmlns:a="http://schemas.openxmlformats.org/drawingml/2006/main" noGrp="1"/>
          </p:cNvSpPr>
          <p:nvPr/>
        </p:nvSpPr>
        <p:spPr>
          <a:xfrm xmlns:a="http://schemas.openxmlformats.org/drawingml/2006/main">
            <a:off x="2852928" y="1901952"/>
            <a:ext cx="1600200" cy="658368"/>
          </a:xfrm>
          <a:prstGeom xmlns:a="http://schemas.openxmlformats.org/drawingml/2006/main" prst="roundRect">
            <a:avLst>
              <a:gd name="adj" fmla="val 173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7020ADD2-A22F-412E-8E57-A96F6B211A62}"/>
              </a:ext>
            </a:extLst>
          </p:cNvPr>
          <p:cNvSpPr>
            <a:spLocks xmlns:a="http://schemas.openxmlformats.org/drawingml/2006/main" noGrp="1"/>
          </p:cNvSpPr>
          <p:nvPr/>
        </p:nvSpPr>
        <p:spPr>
          <a:xfrm xmlns:a="http://schemas.openxmlformats.org/drawingml/2006/main">
            <a:off x="2944368" y="1975104"/>
            <a:ext cx="1417320" cy="51206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Proyek</a:t>
            </a:r>
          </a:p>
        </p:txBody>
      </p:sp>
      <p:sp>
        <p:nvSpPr>
          <p:cNvPr id="12" name="Rounded Rectangle 11">
            <a:extLst xmlns:a="http://schemas.openxmlformats.org/drawingml/2006/main">
              <a:ext uri="{FF2B5EF4-FFF2-40B4-BE49-F238E27FC236}">
                <a16:creationId xmlns:a16="http://schemas.microsoft.com/office/drawing/2014/main" id="{CBCE3518-BC7D-44A5-9AAF-4851725E6FAE}"/>
              </a:ext>
            </a:extLst>
          </p:cNvPr>
          <p:cNvSpPr>
            <a:spLocks xmlns:a="http://schemas.openxmlformats.org/drawingml/2006/main" noGrp="1"/>
          </p:cNvSpPr>
          <p:nvPr/>
        </p:nvSpPr>
        <p:spPr>
          <a:xfrm xmlns:a="http://schemas.openxmlformats.org/drawingml/2006/main">
            <a:off x="4983480" y="1572768"/>
            <a:ext cx="1691640" cy="658368"/>
          </a:xfrm>
          <a:prstGeom xmlns:a="http://schemas.openxmlformats.org/drawingml/2006/main" prst="roundRect">
            <a:avLst>
              <a:gd name="adj" fmla="val 17361"/>
            </a:avLst>
          </a:prstGeom>
          <a:solidFill xmlns:a="http://schemas.openxmlformats.org/drawingml/2006/main">
            <a:srgbClr val="EAF2FF"/>
          </a:solidFill>
          <a:ln xmlns:a="http://schemas.openxmlformats.org/drawingml/2006/main" w="10160">
            <a:solidFill>
              <a:srgbClr val="CFE0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BC804EC-5EF5-45C0-9AAC-02FD41DA1A74}"/>
              </a:ext>
            </a:extLst>
          </p:cNvPr>
          <p:cNvSpPr>
            <a:spLocks xmlns:a="http://schemas.openxmlformats.org/drawingml/2006/main" noGrp="1"/>
          </p:cNvSpPr>
          <p:nvPr/>
        </p:nvSpPr>
        <p:spPr>
          <a:xfrm xmlns:a="http://schemas.openxmlformats.org/drawingml/2006/main">
            <a:off x="5074920" y="1645920"/>
            <a:ext cx="1508760" cy="51206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Dokumen</a:t>
            </a:r>
          </a:p>
        </p:txBody>
      </p:sp>
      <p:sp>
        <p:nvSpPr>
          <p:cNvPr id="14" name="Rounded Rectangle 13">
            <a:extLst xmlns:a="http://schemas.openxmlformats.org/drawingml/2006/main">
              <a:ext uri="{FF2B5EF4-FFF2-40B4-BE49-F238E27FC236}">
                <a16:creationId xmlns:a16="http://schemas.microsoft.com/office/drawing/2014/main" id="{6442C1A3-27C5-45C3-8701-E3CF0F33C8E7}"/>
              </a:ext>
            </a:extLst>
          </p:cNvPr>
          <p:cNvSpPr>
            <a:spLocks xmlns:a="http://schemas.openxmlformats.org/drawingml/2006/main" noGrp="1"/>
          </p:cNvSpPr>
          <p:nvPr/>
        </p:nvSpPr>
        <p:spPr>
          <a:xfrm xmlns:a="http://schemas.openxmlformats.org/drawingml/2006/main">
            <a:off x="4983480" y="2880360"/>
            <a:ext cx="1691640" cy="658368"/>
          </a:xfrm>
          <a:prstGeom xmlns:a="http://schemas.openxmlformats.org/drawingml/2006/main" prst="roundRect">
            <a:avLst>
              <a:gd name="adj" fmla="val 173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E20A1F9A-80B1-4641-A34B-423B3E37B3D8}"/>
              </a:ext>
            </a:extLst>
          </p:cNvPr>
          <p:cNvSpPr>
            <a:spLocks xmlns:a="http://schemas.openxmlformats.org/drawingml/2006/main" noGrp="1"/>
          </p:cNvSpPr>
          <p:nvPr/>
        </p:nvSpPr>
        <p:spPr>
          <a:xfrm xmlns:a="http://schemas.openxmlformats.org/drawingml/2006/main">
            <a:off x="5074920" y="2953512"/>
            <a:ext cx="1508760" cy="51206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Proses</a:t>
            </a:r>
          </a:p>
        </p:txBody>
      </p:sp>
      <p:sp>
        <p:nvSpPr>
          <p:cNvPr id="16" name="Rounded Rectangle 15">
            <a:extLst xmlns:a="http://schemas.openxmlformats.org/drawingml/2006/main">
              <a:ext uri="{FF2B5EF4-FFF2-40B4-BE49-F238E27FC236}">
                <a16:creationId xmlns:a16="http://schemas.microsoft.com/office/drawing/2014/main" id="{88FEC9A4-C59E-49AB-87CC-9339A0101D36}"/>
              </a:ext>
            </a:extLst>
          </p:cNvPr>
          <p:cNvSpPr>
            <a:spLocks xmlns:a="http://schemas.openxmlformats.org/drawingml/2006/main" noGrp="1"/>
          </p:cNvSpPr>
          <p:nvPr/>
        </p:nvSpPr>
        <p:spPr>
          <a:xfrm xmlns:a="http://schemas.openxmlformats.org/drawingml/2006/main">
            <a:off x="7315200" y="1572768"/>
            <a:ext cx="1691640" cy="658368"/>
          </a:xfrm>
          <a:prstGeom xmlns:a="http://schemas.openxmlformats.org/drawingml/2006/main" prst="roundRect">
            <a:avLst>
              <a:gd name="adj" fmla="val 17361"/>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C1744D59-1B96-41B1-887C-A314D7774412}"/>
              </a:ext>
            </a:extLst>
          </p:cNvPr>
          <p:cNvSpPr>
            <a:spLocks xmlns:a="http://schemas.openxmlformats.org/drawingml/2006/main" noGrp="1"/>
          </p:cNvSpPr>
          <p:nvPr/>
        </p:nvSpPr>
        <p:spPr>
          <a:xfrm xmlns:a="http://schemas.openxmlformats.org/drawingml/2006/main">
            <a:off x="7406640" y="1645920"/>
            <a:ext cx="1508760" cy="51206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Bukti</a:t>
            </a:r>
          </a:p>
        </p:txBody>
      </p:sp>
      <p:sp>
        <p:nvSpPr>
          <p:cNvPr id="18" name="Rounded Rectangle 17">
            <a:extLst xmlns:a="http://schemas.openxmlformats.org/drawingml/2006/main">
              <a:ext uri="{FF2B5EF4-FFF2-40B4-BE49-F238E27FC236}">
                <a16:creationId xmlns:a16="http://schemas.microsoft.com/office/drawing/2014/main" id="{CF3115B9-B101-4257-9FC8-B7628EDF1881}"/>
              </a:ext>
            </a:extLst>
          </p:cNvPr>
          <p:cNvSpPr>
            <a:spLocks xmlns:a="http://schemas.openxmlformats.org/drawingml/2006/main" noGrp="1"/>
          </p:cNvSpPr>
          <p:nvPr/>
        </p:nvSpPr>
        <p:spPr>
          <a:xfrm xmlns:a="http://schemas.openxmlformats.org/drawingml/2006/main">
            <a:off x="7315200" y="2880360"/>
            <a:ext cx="1691640" cy="658368"/>
          </a:xfrm>
          <a:prstGeom xmlns:a="http://schemas.openxmlformats.org/drawingml/2006/main" prst="roundRect">
            <a:avLst>
              <a:gd name="adj" fmla="val 17361"/>
            </a:avLst>
          </a:prstGeom>
          <a:solidFill xmlns:a="http://schemas.openxmlformats.org/drawingml/2006/main">
            <a:srgbClr val="EAF2FF"/>
          </a:solidFill>
          <a:ln xmlns:a="http://schemas.openxmlformats.org/drawingml/2006/main" w="10160">
            <a:solidFill>
              <a:srgbClr val="CFE0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D8C727D9-3B9E-4C14-BB52-08B5FB5E8DF6}"/>
              </a:ext>
            </a:extLst>
          </p:cNvPr>
          <p:cNvSpPr>
            <a:spLocks xmlns:a="http://schemas.openxmlformats.org/drawingml/2006/main" noGrp="1"/>
          </p:cNvSpPr>
          <p:nvPr/>
        </p:nvSpPr>
        <p:spPr>
          <a:xfrm xmlns:a="http://schemas.openxmlformats.org/drawingml/2006/main">
            <a:off x="7406640" y="2953512"/>
            <a:ext cx="1508760" cy="51206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250" b="1" i="0">
                <a:solidFill>
                  <a:srgbClr val="102A43"/>
                </a:solidFill>
                <a:latin typeface="Aptos"/>
                <a:ea typeface="Aptos"/>
                <a:cs typeface="Aptos"/>
              </a:rPr>
              <a:t>Laporan</a:t>
            </a:r>
          </a:p>
        </p:txBody>
      </p:sp>
      <p:sp>
        <p:nvSpPr>
          <p:cNvPr id="30" name="Rounded Rectangle 29">
            <a:extLst xmlns:a="http://schemas.openxmlformats.org/drawingml/2006/main">
              <a:ext uri="{FF2B5EF4-FFF2-40B4-BE49-F238E27FC236}">
                <a16:creationId xmlns:a16="http://schemas.microsoft.com/office/drawing/2014/main" id="{696A3422-7999-4903-A015-FD807AD5BE55}"/>
              </a:ext>
            </a:extLst>
          </p:cNvPr>
          <p:cNvSpPr>
            <a:spLocks xmlns:a="http://schemas.openxmlformats.org/drawingml/2006/main" noGrp="1"/>
          </p:cNvSpPr>
          <p:nvPr/>
        </p:nvSpPr>
        <p:spPr>
          <a:xfrm xmlns:a="http://schemas.openxmlformats.org/drawingml/2006/main">
            <a:off x="9646920" y="2084831"/>
            <a:ext cx="1645920" cy="987552"/>
          </a:xfrm>
          <a:prstGeom xmlns:a="http://schemas.openxmlformats.org/drawingml/2006/main" prst="roundRect">
            <a:avLst>
              <a:gd name="adj" fmla="val 11574"/>
            </a:avLst>
          </a:prstGeom>
          <a:solidFill xmlns:a="http://schemas.openxmlformats.org/drawingml/2006/main">
            <a:srgbClr val="102A4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6200B859-10DA-46B7-9AB5-F1CE6D7D2B3A}"/>
              </a:ext>
            </a:extLst>
          </p:cNvPr>
          <p:cNvSpPr>
            <a:spLocks xmlns:a="http://schemas.openxmlformats.org/drawingml/2006/main" noGrp="1"/>
          </p:cNvSpPr>
          <p:nvPr/>
        </p:nvSpPr>
        <p:spPr>
          <a:xfrm xmlns:a="http://schemas.openxmlformats.org/drawingml/2006/main">
            <a:off x="9765792" y="2249424"/>
            <a:ext cx="1408176" cy="27432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ctr">
              <a:spcBef>
                <a:spcPts val="0"/>
              </a:spcBef>
              <a:spcAft>
                <a:spcPts val="0"/>
              </a:spcAft>
              <a:buNone/>
            </a:pPr>
            <a:r>
              <a:rPr sz="1150" b="1" i="0">
                <a:solidFill>
                  <a:srgbClr val="FFFFFF"/>
                </a:solidFill>
                <a:latin typeface="Aptos"/>
                <a:ea typeface="Aptos"/>
                <a:cs typeface="Aptos"/>
              </a:rPr>
              <a:t>AI eksternal</a:t>
            </a:r>
          </a:p>
        </p:txBody>
      </p:sp>
      <p:sp>
        <p:nvSpPr>
          <p:cNvPr id="32" name="TextBox 31">
            <a:extLst xmlns:a="http://schemas.openxmlformats.org/drawingml/2006/main">
              <a:ext uri="{FF2B5EF4-FFF2-40B4-BE49-F238E27FC236}">
                <a16:creationId xmlns:a16="http://schemas.microsoft.com/office/drawing/2014/main" id="{5FF76461-DFEB-425F-8B8D-0B63EF5965FB}"/>
              </a:ext>
            </a:extLst>
          </p:cNvPr>
          <p:cNvSpPr>
            <a:spLocks xmlns:a="http://schemas.openxmlformats.org/drawingml/2006/main" noGrp="1"/>
          </p:cNvSpPr>
          <p:nvPr/>
        </p:nvSpPr>
        <p:spPr>
          <a:xfrm xmlns:a="http://schemas.openxmlformats.org/drawingml/2006/main">
            <a:off x="9765792" y="2551176"/>
            <a:ext cx="1408176" cy="181813"/>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13">
                <a:solidFill>
                  <a:srgbClr val="B9F2E8"/>
                </a:solidFill>
                <a:latin typeface="Aptos"/>
                <a:ea typeface="Aptos"/>
                <a:cs typeface="Aptos"/>
              </a:defRPr>
            </a:defPPr>
            <a:lvl1pPr algn="ctr">
              <a:buNone/>
              <a:defRPr sz="1013">
                <a:solidFill>
                  <a:srgbClr val="B9F2E8"/>
                </a:solidFill>
                <a:latin typeface="Aptos"/>
                <a:ea typeface="Aptos"/>
                <a:cs typeface="Aptos"/>
              </a:defRPr>
            </a:lvl1pPr>
            <a:lvl2pPr algn="ctr">
              <a:buNone/>
              <a:defRPr sz="1013">
                <a:solidFill>
                  <a:srgbClr val="B9F2E8"/>
                </a:solidFill>
                <a:latin typeface="Aptos"/>
                <a:ea typeface="Aptos"/>
                <a:cs typeface="Aptos"/>
              </a:defRPr>
            </a:lvl2pPr>
            <a:lvl3pPr algn="ctr">
              <a:buNone/>
              <a:defRPr sz="1013">
                <a:solidFill>
                  <a:srgbClr val="B9F2E8"/>
                </a:solidFill>
                <a:latin typeface="Aptos"/>
                <a:ea typeface="Aptos"/>
                <a:cs typeface="Aptos"/>
              </a:defRPr>
            </a:lvl3pPr>
            <a:lvl4pPr algn="ctr">
              <a:buNone/>
              <a:defRPr sz="1013">
                <a:solidFill>
                  <a:srgbClr val="B9F2E8"/>
                </a:solidFill>
                <a:latin typeface="Aptos"/>
                <a:ea typeface="Aptos"/>
                <a:cs typeface="Aptos"/>
              </a:defRPr>
            </a:lvl4pPr>
            <a:lvl5pPr algn="ctr">
              <a:buNone/>
              <a:defRPr sz="1013">
                <a:solidFill>
                  <a:srgbClr val="B9F2E8"/>
                </a:solidFill>
                <a:latin typeface="Aptos"/>
                <a:ea typeface="Aptos"/>
                <a:cs typeface="Aptos"/>
              </a:defRPr>
            </a:lvl5pPr>
            <a:lvl6pPr algn="ctr">
              <a:buNone/>
              <a:defRPr sz="1013">
                <a:solidFill>
                  <a:srgbClr val="B9F2E8"/>
                </a:solidFill>
                <a:latin typeface="Aptos"/>
                <a:ea typeface="Aptos"/>
                <a:cs typeface="Aptos"/>
              </a:defRPr>
            </a:lvl6pPr>
            <a:lvl7pPr algn="ctr">
              <a:buNone/>
              <a:defRPr sz="1013">
                <a:solidFill>
                  <a:srgbClr val="B9F2E8"/>
                </a:solidFill>
                <a:latin typeface="Aptos"/>
                <a:ea typeface="Aptos"/>
                <a:cs typeface="Aptos"/>
              </a:defRPr>
            </a:lvl7pPr>
            <a:lvl8pPr algn="ctr">
              <a:buNone/>
              <a:defRPr sz="1013">
                <a:solidFill>
                  <a:srgbClr val="B9F2E8"/>
                </a:solidFill>
                <a:latin typeface="Aptos"/>
                <a:ea typeface="Aptos"/>
                <a:cs typeface="Aptos"/>
              </a:defRPr>
            </a:lvl8pPr>
            <a:lvl9pPr algn="ctr">
              <a:buNone/>
              <a:defRPr sz="1013">
                <a:solidFill>
                  <a:srgbClr val="B9F2E8"/>
                </a:solidFill>
                <a:latin typeface="Aptos"/>
                <a:ea typeface="Aptos"/>
                <a:cs typeface="Aptos"/>
              </a:defRPr>
            </a:lvl9pPr>
          </a:lstStyle>
          <a:p xmlns:a="http://schemas.openxmlformats.org/drawingml/2006/main">
            <a:pPr algn="ctr">
              <a:spcBef>
                <a:spcPts val="0"/>
              </a:spcBef>
              <a:spcAft>
                <a:spcPts val="0"/>
              </a:spcAft>
              <a:buNone/>
              <a:defRPr sz="1013">
                <a:solidFill>
                  <a:srgbClr val="B9F2E8"/>
                </a:solidFill>
                <a:latin typeface="Aptos"/>
                <a:ea typeface="Aptos"/>
                <a:cs typeface="Aptos"/>
              </a:defRPr>
            </a:pPr>
            <a:r>
              <a:rPr sz="1013" b="0" i="0">
                <a:solidFill>
                  <a:srgbClr val="B9F2E8"/>
                </a:solidFill>
                <a:latin typeface="Aptos"/>
                <a:ea typeface="Aptos"/>
                <a:cs typeface="Aptos"/>
              </a:rPr>
              <a:t>Teks seperlunya</a:t>
            </a:r>
          </a:p>
        </p:txBody>
      </p:sp>
      <p:sp>
        <p:nvSpPr>
          <p:cNvPr id="35" name="Rounded Rectangle 34">
            <a:extLst xmlns:a="http://schemas.openxmlformats.org/drawingml/2006/main">
              <a:ext uri="{FF2B5EF4-FFF2-40B4-BE49-F238E27FC236}">
                <a16:creationId xmlns:a16="http://schemas.microsoft.com/office/drawing/2014/main" id="{ECC876F0-0B87-4FC8-818C-3E524844459E}"/>
              </a:ext>
            </a:extLst>
          </p:cNvPr>
          <p:cNvSpPr>
            <a:spLocks xmlns:a="http://schemas.openxmlformats.org/drawingml/2006/main" noGrp="1"/>
          </p:cNvSpPr>
          <p:nvPr/>
        </p:nvSpPr>
        <p:spPr>
          <a:xfrm xmlns:a="http://schemas.openxmlformats.org/drawingml/2006/main">
            <a:off x="822960" y="4096512"/>
            <a:ext cx="1783080" cy="292608"/>
          </a:xfrm>
          <a:prstGeom xmlns:a="http://schemas.openxmlformats.org/drawingml/2006/main" prst="roundRect">
            <a:avLst>
              <a:gd name="adj" fmla="val 19531"/>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TextBox 35">
            <a:extLst xmlns:a="http://schemas.openxmlformats.org/drawingml/2006/main">
              <a:ext uri="{FF2B5EF4-FFF2-40B4-BE49-F238E27FC236}">
                <a16:creationId xmlns:a16="http://schemas.microsoft.com/office/drawing/2014/main" id="{301FF643-DB4D-4007-81CF-CB23D3360294}"/>
              </a:ext>
            </a:extLst>
          </p:cNvPr>
          <p:cNvSpPr>
            <a:spLocks xmlns:a="http://schemas.openxmlformats.org/drawingml/2006/main" noGrp="1"/>
          </p:cNvSpPr>
          <p:nvPr/>
        </p:nvSpPr>
        <p:spPr>
          <a:xfrm xmlns:a="http://schemas.openxmlformats.org/drawingml/2006/main">
            <a:off x="859536" y="4105656"/>
            <a:ext cx="1709928" cy="16459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900" b="1">
                <a:solidFill>
                  <a:srgbClr val="08776F"/>
                </a:solidFill>
                <a:latin typeface="Aptos"/>
                <a:ea typeface="Aptos"/>
                <a:cs typeface="Aptos"/>
              </a:defRPr>
            </a:defPPr>
            <a:lvl1pPr algn="ctr">
              <a:buNone/>
              <a:defRPr sz="1080" b="1">
                <a:solidFill>
                  <a:srgbClr val="08776F"/>
                </a:solidFill>
                <a:latin typeface="Aptos"/>
                <a:ea typeface="Aptos"/>
                <a:cs typeface="Aptos"/>
              </a:defRPr>
            </a:lvl1pPr>
            <a:lvl2pPr algn="ctr">
              <a:buNone/>
              <a:defRPr sz="1080" b="1">
                <a:solidFill>
                  <a:srgbClr val="08776F"/>
                </a:solidFill>
                <a:latin typeface="Aptos"/>
                <a:ea typeface="Aptos"/>
                <a:cs typeface="Aptos"/>
              </a:defRPr>
            </a:lvl2pPr>
            <a:lvl3pPr algn="ctr">
              <a:buNone/>
              <a:defRPr sz="1080" b="1">
                <a:solidFill>
                  <a:srgbClr val="08776F"/>
                </a:solidFill>
                <a:latin typeface="Aptos"/>
                <a:ea typeface="Aptos"/>
                <a:cs typeface="Aptos"/>
              </a:defRPr>
            </a:lvl3pPr>
            <a:lvl4pPr algn="ctr">
              <a:buNone/>
              <a:defRPr sz="1080" b="1">
                <a:solidFill>
                  <a:srgbClr val="08776F"/>
                </a:solidFill>
                <a:latin typeface="Aptos"/>
                <a:ea typeface="Aptos"/>
                <a:cs typeface="Aptos"/>
              </a:defRPr>
            </a:lvl4pPr>
            <a:lvl5pPr algn="ctr">
              <a:buNone/>
              <a:defRPr sz="1080" b="1">
                <a:solidFill>
                  <a:srgbClr val="08776F"/>
                </a:solidFill>
                <a:latin typeface="Aptos"/>
                <a:ea typeface="Aptos"/>
                <a:cs typeface="Aptos"/>
              </a:defRPr>
            </a:lvl5pPr>
            <a:lvl6pPr algn="ctr">
              <a:buNone/>
              <a:defRPr sz="1080" b="1">
                <a:solidFill>
                  <a:srgbClr val="08776F"/>
                </a:solidFill>
                <a:latin typeface="Aptos"/>
                <a:ea typeface="Aptos"/>
                <a:cs typeface="Aptos"/>
              </a:defRPr>
            </a:lvl6pPr>
            <a:lvl7pPr algn="ctr">
              <a:buNone/>
              <a:defRPr sz="1080" b="1">
                <a:solidFill>
                  <a:srgbClr val="08776F"/>
                </a:solidFill>
                <a:latin typeface="Aptos"/>
                <a:ea typeface="Aptos"/>
                <a:cs typeface="Aptos"/>
              </a:defRPr>
            </a:lvl7pPr>
            <a:lvl8pPr algn="ctr">
              <a:buNone/>
              <a:defRPr sz="1080" b="1">
                <a:solidFill>
                  <a:srgbClr val="08776F"/>
                </a:solidFill>
                <a:latin typeface="Aptos"/>
                <a:ea typeface="Aptos"/>
                <a:cs typeface="Aptos"/>
              </a:defRPr>
            </a:lvl8pPr>
            <a:lvl9pPr algn="ctr">
              <a:buNone/>
              <a:defRPr sz="1080" b="1">
                <a:solidFill>
                  <a:srgbClr val="08776F"/>
                </a:solidFill>
                <a:latin typeface="Aptos"/>
                <a:ea typeface="Aptos"/>
                <a:cs typeface="Aptos"/>
              </a:defRPr>
            </a:lvl9pPr>
          </a:lstStyle>
          <a:p xmlns:a="http://schemas.openxmlformats.org/drawingml/2006/main">
            <a:pPr algn="ctr">
              <a:spcBef>
                <a:spcPts val="0"/>
              </a:spcBef>
              <a:spcAft>
                <a:spcPts val="0"/>
              </a:spcAft>
              <a:buNone/>
              <a:defRPr sz="900" b="1">
                <a:solidFill>
                  <a:srgbClr val="08776F"/>
                </a:solidFill>
                <a:latin typeface="Aptos"/>
                <a:ea typeface="Aptos"/>
                <a:cs typeface="Aptos"/>
              </a:defRPr>
            </a:pPr>
            <a:r>
              <a:rPr sz="900" b="1" i="0">
                <a:solidFill>
                  <a:srgbClr val="08776F"/>
                </a:solidFill>
                <a:latin typeface="Aptos"/>
                <a:ea typeface="Aptos"/>
                <a:cs typeface="Aptos"/>
              </a:rPr>
              <a:t>DATA DAN BERKAS</a:t>
            </a:r>
          </a:p>
        </p:txBody>
      </p:sp>
      <p:sp>
        <p:nvSpPr>
          <p:cNvPr id="37" name="TextBox 36">
            <a:extLst xmlns:a="http://schemas.openxmlformats.org/drawingml/2006/main">
              <a:ext uri="{FF2B5EF4-FFF2-40B4-BE49-F238E27FC236}">
                <a16:creationId xmlns:a16="http://schemas.microsoft.com/office/drawing/2014/main" id="{6A2AE150-3746-456D-98B9-499F211A8983}"/>
              </a:ext>
            </a:extLst>
          </p:cNvPr>
          <p:cNvSpPr>
            <a:spLocks xmlns:a="http://schemas.openxmlformats.org/drawingml/2006/main" noGrp="1"/>
          </p:cNvSpPr>
          <p:nvPr/>
        </p:nvSpPr>
        <p:spPr>
          <a:xfrm xmlns:a="http://schemas.openxmlformats.org/drawingml/2006/main">
            <a:off x="2788920" y="4087368"/>
            <a:ext cx="8096250" cy="21031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200">
                <a:solidFill>
                  <a:srgbClr val="617586"/>
                </a:solidFill>
                <a:latin typeface="Aptos"/>
                <a:ea typeface="Aptos"/>
                <a:cs typeface="Aptos"/>
              </a:defRPr>
            </a:defPPr>
            <a:lvl1pPr algn="l">
              <a:buNone/>
              <a:defRPr sz="1200">
                <a:solidFill>
                  <a:srgbClr val="617586"/>
                </a:solidFill>
                <a:latin typeface="Aptos"/>
                <a:ea typeface="Aptos"/>
                <a:cs typeface="Aptos"/>
              </a:defRPr>
            </a:lvl1pPr>
            <a:lvl2pPr algn="l">
              <a:buNone/>
              <a:defRPr sz="1200">
                <a:solidFill>
                  <a:srgbClr val="617586"/>
                </a:solidFill>
                <a:latin typeface="Aptos"/>
                <a:ea typeface="Aptos"/>
                <a:cs typeface="Aptos"/>
              </a:defRPr>
            </a:lvl2pPr>
            <a:lvl3pPr algn="l">
              <a:buNone/>
              <a:defRPr sz="1200">
                <a:solidFill>
                  <a:srgbClr val="617586"/>
                </a:solidFill>
                <a:latin typeface="Aptos"/>
                <a:ea typeface="Aptos"/>
                <a:cs typeface="Aptos"/>
              </a:defRPr>
            </a:lvl3pPr>
            <a:lvl4pPr algn="l">
              <a:buNone/>
              <a:defRPr sz="1200">
                <a:solidFill>
                  <a:srgbClr val="617586"/>
                </a:solidFill>
                <a:latin typeface="Aptos"/>
                <a:ea typeface="Aptos"/>
                <a:cs typeface="Aptos"/>
              </a:defRPr>
            </a:lvl4pPr>
            <a:lvl5pPr algn="l">
              <a:buNone/>
              <a:defRPr sz="1200">
                <a:solidFill>
                  <a:srgbClr val="617586"/>
                </a:solidFill>
                <a:latin typeface="Aptos"/>
                <a:ea typeface="Aptos"/>
                <a:cs typeface="Aptos"/>
              </a:defRPr>
            </a:lvl5pPr>
            <a:lvl6pPr algn="l">
              <a:buNone/>
              <a:defRPr sz="1200">
                <a:solidFill>
                  <a:srgbClr val="617586"/>
                </a:solidFill>
                <a:latin typeface="Aptos"/>
                <a:ea typeface="Aptos"/>
                <a:cs typeface="Aptos"/>
              </a:defRPr>
            </a:lvl6pPr>
            <a:lvl7pPr algn="l">
              <a:buNone/>
              <a:defRPr sz="1200">
                <a:solidFill>
                  <a:srgbClr val="617586"/>
                </a:solidFill>
                <a:latin typeface="Aptos"/>
                <a:ea typeface="Aptos"/>
                <a:cs typeface="Aptos"/>
              </a:defRPr>
            </a:lvl7pPr>
            <a:lvl8pPr algn="l">
              <a:buNone/>
              <a:defRPr sz="1200">
                <a:solidFill>
                  <a:srgbClr val="617586"/>
                </a:solidFill>
                <a:latin typeface="Aptos"/>
                <a:ea typeface="Aptos"/>
                <a:cs typeface="Aptos"/>
              </a:defRPr>
            </a:lvl8pPr>
            <a:lvl9pPr algn="l">
              <a:buNone/>
              <a:defRPr sz="1200">
                <a:solidFill>
                  <a:srgbClr val="617586"/>
                </a:solidFill>
                <a:latin typeface="Aptos"/>
                <a:ea typeface="Aptos"/>
                <a:cs typeface="Aptos"/>
              </a:defRPr>
            </a:lvl9pPr>
          </a:lstStyle>
          <a:p xmlns:a="http://schemas.openxmlformats.org/drawingml/2006/main">
            <a:pPr algn="l">
              <a:spcBef>
                <a:spcPts val="0"/>
              </a:spcBef>
              <a:spcAft>
                <a:spcPts val="0"/>
              </a:spcAft>
              <a:buNone/>
              <a:defRPr sz="1200">
                <a:solidFill>
                  <a:srgbClr val="617586"/>
                </a:solidFill>
                <a:latin typeface="Aptos"/>
                <a:ea typeface="Aptos"/>
                <a:cs typeface="Aptos"/>
              </a:defRPr>
            </a:pPr>
            <a:r>
              <a:rPr sz="1200" b="0" i="0">
                <a:solidFill>
                  <a:srgbClr val="617586"/>
                </a:solidFill>
                <a:latin typeface="Aptos"/>
                <a:ea typeface="Aptos"/>
                <a:cs typeface="Aptos"/>
              </a:rPr>
              <a:t>PostgreSQL: data dan chunk. Qdrant: indeks vektor.</a:t>
            </a:r>
          </a:p>
        </p:txBody>
      </p:sp>
      <p:sp>
        <p:nvSpPr>
          <p:cNvPr id="38" name="Rounded Rectangle 37">
            <a:extLst xmlns:a="http://schemas.openxmlformats.org/drawingml/2006/main">
              <a:ext uri="{FF2B5EF4-FFF2-40B4-BE49-F238E27FC236}">
                <a16:creationId xmlns:a16="http://schemas.microsoft.com/office/drawing/2014/main" id="{2816C4A8-03DD-45F3-B492-F2604F582EDC}"/>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Rectangle 38">
            <a:extLst xmlns:a="http://schemas.openxmlformats.org/drawingml/2006/main">
              <a:ext uri="{FF2B5EF4-FFF2-40B4-BE49-F238E27FC236}">
                <a16:creationId xmlns:a16="http://schemas.microsoft.com/office/drawing/2014/main" id="{442E4460-7EF6-446D-B969-0D8DC15E463B}"/>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0" name="TextBox 39">
            <a:extLst xmlns:a="http://schemas.openxmlformats.org/drawingml/2006/main">
              <a:ext uri="{FF2B5EF4-FFF2-40B4-BE49-F238E27FC236}">
                <a16:creationId xmlns:a16="http://schemas.microsoft.com/office/drawing/2014/main" id="{73AF0BA4-126A-4B68-8176-06FE6453E8C6}"/>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Qdrant mencari bukti sesuai topik dalam proyek yang sama. PostgreSQL menjaga relasi, chunk, dan salinan embedding untuk indeks ulang.</a:t>
            </a:r>
          </a:p>
        </p:txBody>
      </p:sp>
      <p:sp>
        <p:nvSpPr>
          <p:cNvPr id="41" name="TextBox 40">
            <a:extLst xmlns:a="http://schemas.openxmlformats.org/drawingml/2006/main">
              <a:ext uri="{FF2B5EF4-FFF2-40B4-BE49-F238E27FC236}">
                <a16:creationId xmlns:a16="http://schemas.microsoft.com/office/drawing/2014/main" id="{BCB9A963-14A2-4BA5-A986-E5FD40373CDD}"/>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Cadangkan PostgreSQL, volume privat, dan data Qdrant. Token Senopati berada di environment dan tidak masuk Git.</a:t>
            </a:r>
          </a:p>
        </p:txBody>
      </p:sp>
      <p:sp>
        <p:nvSpPr>
          <p:cNvPr id="42" name="Connector 41">
            <a:extLst xmlns:a="http://schemas.openxmlformats.org/drawingml/2006/main">
              <a:ext uri="{FF2B5EF4-FFF2-40B4-BE49-F238E27FC236}">
                <a16:creationId xmlns:a16="http://schemas.microsoft.com/office/drawing/2014/main" id="{0B0D5BEF-0F8C-448D-9C92-44157A0EFE0C}"/>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43" name="TextBox 42">
            <a:extLst xmlns:a="http://schemas.openxmlformats.org/drawingml/2006/main">
              <a:ext uri="{FF2B5EF4-FFF2-40B4-BE49-F238E27FC236}">
                <a16:creationId xmlns:a16="http://schemas.microsoft.com/office/drawing/2014/main" id="{BEEE7DF1-7A67-4126-8527-865A199D0A5B}"/>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44" name="TextBox 43">
            <a:extLst xmlns:a="http://schemas.openxmlformats.org/drawingml/2006/main">
              <a:ext uri="{FF2B5EF4-FFF2-40B4-BE49-F238E27FC236}">
                <a16:creationId xmlns:a16="http://schemas.microsoft.com/office/drawing/2014/main" id="{1B35E335-FBF4-4417-927F-CBAA8EEF3E47}"/>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13 / 15</a:t>
            </a:r>
          </a:p>
        </p:txBody>
      </p:sp>
      <p:sp>
        <p:nvSpPr>
          <p:cNvPr id="52" name="PDF dan laporan memakai volume privat bersama. Policy membatasi akses ">
            <a:extLst xmlns:a="http://schemas.openxmlformats.org/drawingml/2006/main">
              <a:ext uri="{FF2B5EF4-FFF2-40B4-BE49-F238E27FC236}">
                <a16:creationId xmlns:a16="http://schemas.microsoft.com/office/drawing/2014/main" id="{55B00A64-920A-442A-9F53-4933FAD2AAC0}"/>
              </a:ext>
            </a:extLst>
          </p:cNvPr>
          <p:cNvSpPr>
            <a:spLocks xmlns:a="http://schemas.openxmlformats.org/drawingml/2006/main" noGrp="1"/>
          </p:cNvSpPr>
          <p:nvPr/>
        </p:nvSpPr>
        <p:spPr>
          <a:xfrm xmlns:a="http://schemas.openxmlformats.org/drawingml/2006/main">
            <a:off x="838200" y="461962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17586"/>
                </a:solidFill>
                <a:latin typeface="Aptos"/>
                <a:ea typeface="Aptos"/>
                <a:cs typeface="Aptos"/>
              </a:defRPr>
            </a:defPPr>
            <a:lvl1pPr algn="l">
              <a:defRPr sz="1200" b="0">
                <a:solidFill>
                  <a:srgbClr val="617586"/>
                </a:solidFill>
                <a:latin typeface="Aptos"/>
                <a:ea typeface="Aptos"/>
                <a:cs typeface="Aptos"/>
              </a:defRPr>
            </a:lvl1pPr>
            <a:lvl2pPr algn="l">
              <a:defRPr sz="1200" b="0">
                <a:solidFill>
                  <a:srgbClr val="617586"/>
                </a:solidFill>
                <a:latin typeface="Aptos"/>
                <a:ea typeface="Aptos"/>
                <a:cs typeface="Aptos"/>
              </a:defRPr>
            </a:lvl2pPr>
            <a:lvl3pPr algn="l">
              <a:defRPr sz="1200" b="0">
                <a:solidFill>
                  <a:srgbClr val="617586"/>
                </a:solidFill>
                <a:latin typeface="Aptos"/>
                <a:ea typeface="Aptos"/>
                <a:cs typeface="Aptos"/>
              </a:defRPr>
            </a:lvl3pPr>
            <a:lvl4pPr algn="l">
              <a:defRPr sz="1200" b="0">
                <a:solidFill>
                  <a:srgbClr val="617586"/>
                </a:solidFill>
                <a:latin typeface="Aptos"/>
                <a:ea typeface="Aptos"/>
                <a:cs typeface="Aptos"/>
              </a:defRPr>
            </a:lvl4pPr>
            <a:lvl5pPr algn="l">
              <a:defRPr sz="1200" b="0">
                <a:solidFill>
                  <a:srgbClr val="617586"/>
                </a:solidFill>
                <a:latin typeface="Aptos"/>
                <a:ea typeface="Aptos"/>
                <a:cs typeface="Aptos"/>
              </a:defRPr>
            </a:lvl5pPr>
            <a:lvl6pPr algn="l">
              <a:defRPr sz="1200" b="0">
                <a:solidFill>
                  <a:srgbClr val="617586"/>
                </a:solidFill>
                <a:latin typeface="Aptos"/>
                <a:ea typeface="Aptos"/>
                <a:cs typeface="Aptos"/>
              </a:defRPr>
            </a:lvl6pPr>
            <a:lvl7pPr algn="l">
              <a:defRPr sz="1200" b="0">
                <a:solidFill>
                  <a:srgbClr val="617586"/>
                </a:solidFill>
                <a:latin typeface="Aptos"/>
                <a:ea typeface="Aptos"/>
                <a:cs typeface="Aptos"/>
              </a:defRPr>
            </a:lvl7pPr>
            <a:lvl8pPr algn="l">
              <a:defRPr sz="1200" b="0">
                <a:solidFill>
                  <a:srgbClr val="617586"/>
                </a:solidFill>
                <a:latin typeface="Aptos"/>
                <a:ea typeface="Aptos"/>
                <a:cs typeface="Aptos"/>
              </a:defRPr>
            </a:lvl8pPr>
            <a:lvl9pPr algn="l">
              <a:defRPr sz="1200" b="0">
                <a:solidFill>
                  <a:srgbClr val="617586"/>
                </a:solidFill>
                <a:latin typeface="Aptos"/>
                <a:ea typeface="Aptos"/>
                <a:cs typeface="Aptos"/>
              </a:defRPr>
            </a:lvl9pPr>
          </a:lstStyle>
          <a:p xmlns:a="http://schemas.openxmlformats.org/drawingml/2006/main">
            <a:pPr algn="l">
              <a:defRPr sz="1200" b="0">
                <a:solidFill>
                  <a:srgbClr val="617586"/>
                </a:solidFill>
                <a:latin typeface="Aptos"/>
                <a:ea typeface="Aptos"/>
                <a:cs typeface="Aptos"/>
              </a:defRPr>
            </a:pPr>
            <a:r>
              <a:rPr sz="1200" b="0">
                <a:solidFill>
                  <a:srgbClr val="617586"/>
                </a:solidFill>
                <a:latin typeface="Aptos"/>
                <a:ea typeface="Aptos"/>
                <a:cs typeface="Aptos"/>
              </a:rPr>
              <a:t>PDF dan laporan memakai volume privat bersama. Policy membatasi akses sesuai pemilik proyek.</a:t>
            </a:r>
          </a:p>
        </p:txBody>
      </p:sp>
    </p:spTree>
    <p:extLst>
      <p:ext uri="{BB962C8B-B14F-4D97-AF65-F5344CB8AC3E}">
        <p14:creationId xmlns:p14="http://schemas.microsoft.com/office/powerpoint/2010/main" val="1521776949"/>
      </p:ext>
    </p:extLst>
  </p:cSld>
</p:sld>
</file>

<file path=ppt/slides/slide1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C164950-C73A-4454-AB1E-190B1C526938}"/>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AC00DB29-5476-4252-A0DA-209E6691CB4E}"/>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KUALITAS PERANGKAT LUNAK</a:t>
            </a:r>
          </a:p>
        </p:txBody>
      </p:sp>
      <p:sp>
        <p:nvSpPr>
          <p:cNvPr id="4" name="TextBox 3">
            <a:extLst xmlns:a="http://schemas.openxmlformats.org/drawingml/2006/main">
              <a:ext uri="{FF2B5EF4-FFF2-40B4-BE49-F238E27FC236}">
                <a16:creationId xmlns:a16="http://schemas.microsoft.com/office/drawing/2014/main" id="{F0F8FB41-A2B9-47C4-BE00-10FA6E9F624F}"/>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Pengujian aplikasi</a:t>
            </a:r>
          </a:p>
        </p:txBody>
      </p:sp>
      <p:sp>
        <p:nvSpPr>
          <p:cNvPr id="5" name="Rectangle 4">
            <a:extLst xmlns:a="http://schemas.openxmlformats.org/drawingml/2006/main">
              <a:ext uri="{FF2B5EF4-FFF2-40B4-BE49-F238E27FC236}">
                <a16:creationId xmlns:a16="http://schemas.microsoft.com/office/drawing/2014/main" id="{4147A279-55DE-4C4A-87F6-BEC3793DE742}"/>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9DEC6D81-1FC1-4EAD-BA2B-FC594B6776AD}"/>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Rounded Rectangle 6">
            <a:extLst xmlns:a="http://schemas.openxmlformats.org/drawingml/2006/main">
              <a:ext uri="{FF2B5EF4-FFF2-40B4-BE49-F238E27FC236}">
                <a16:creationId xmlns:a16="http://schemas.microsoft.com/office/drawing/2014/main" id="{035729E0-0C00-4289-9A77-76D85B31760A}"/>
              </a:ext>
            </a:extLst>
          </p:cNvPr>
          <p:cNvSpPr>
            <a:spLocks xmlns:a="http://schemas.openxmlformats.org/drawingml/2006/main" noGrp="1"/>
          </p:cNvSpPr>
          <p:nvPr/>
        </p:nvSpPr>
        <p:spPr>
          <a:xfrm xmlns:a="http://schemas.openxmlformats.org/drawingml/2006/main">
            <a:off x="713232" y="1444752"/>
            <a:ext cx="5989320" cy="3639312"/>
          </a:xfrm>
          <a:prstGeom xmlns:a="http://schemas.openxmlformats.org/drawingml/2006/main" prst="roundRect">
            <a:avLst>
              <a:gd name="adj" fmla="val 523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3A8FCA9-9452-4386-9B98-65FA7F84ECE4}"/>
              </a:ext>
            </a:extLst>
          </p:cNvPr>
          <p:cNvSpPr>
            <a:spLocks xmlns:a="http://schemas.openxmlformats.org/drawingml/2006/main" noGrp="1"/>
          </p:cNvSpPr>
          <p:nvPr/>
        </p:nvSpPr>
        <p:spPr>
          <a:xfrm xmlns:a="http://schemas.openxmlformats.org/drawingml/2006/main">
            <a:off x="960120" y="1627632"/>
            <a:ext cx="5303520" cy="19202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80" b="1">
                <a:solidFill>
                  <a:srgbClr val="08776F"/>
                </a:solidFill>
                <a:latin typeface="Aptos"/>
                <a:ea typeface="Aptos"/>
                <a:cs typeface="Aptos"/>
              </a:defRPr>
            </a:defPPr>
            <a:lvl1pPr algn="l">
              <a:buNone/>
              <a:defRPr sz="1080" b="1">
                <a:solidFill>
                  <a:srgbClr val="08776F"/>
                </a:solidFill>
                <a:latin typeface="Aptos"/>
                <a:ea typeface="Aptos"/>
                <a:cs typeface="Aptos"/>
              </a:defRPr>
            </a:lvl1pPr>
            <a:lvl2pPr algn="l">
              <a:buNone/>
              <a:defRPr sz="1080" b="1">
                <a:solidFill>
                  <a:srgbClr val="08776F"/>
                </a:solidFill>
                <a:latin typeface="Aptos"/>
                <a:ea typeface="Aptos"/>
                <a:cs typeface="Aptos"/>
              </a:defRPr>
            </a:lvl2pPr>
            <a:lvl3pPr algn="l">
              <a:buNone/>
              <a:defRPr sz="1080" b="1">
                <a:solidFill>
                  <a:srgbClr val="08776F"/>
                </a:solidFill>
                <a:latin typeface="Aptos"/>
                <a:ea typeface="Aptos"/>
                <a:cs typeface="Aptos"/>
              </a:defRPr>
            </a:lvl3pPr>
            <a:lvl4pPr algn="l">
              <a:buNone/>
              <a:defRPr sz="1080" b="1">
                <a:solidFill>
                  <a:srgbClr val="08776F"/>
                </a:solidFill>
                <a:latin typeface="Aptos"/>
                <a:ea typeface="Aptos"/>
                <a:cs typeface="Aptos"/>
              </a:defRPr>
            </a:lvl4pPr>
            <a:lvl5pPr algn="l">
              <a:buNone/>
              <a:defRPr sz="1080" b="1">
                <a:solidFill>
                  <a:srgbClr val="08776F"/>
                </a:solidFill>
                <a:latin typeface="Aptos"/>
                <a:ea typeface="Aptos"/>
                <a:cs typeface="Aptos"/>
              </a:defRPr>
            </a:lvl5pPr>
            <a:lvl6pPr algn="l">
              <a:buNone/>
              <a:defRPr sz="1080" b="1">
                <a:solidFill>
                  <a:srgbClr val="08776F"/>
                </a:solidFill>
                <a:latin typeface="Aptos"/>
                <a:ea typeface="Aptos"/>
                <a:cs typeface="Aptos"/>
              </a:defRPr>
            </a:lvl6pPr>
            <a:lvl7pPr algn="l">
              <a:buNone/>
              <a:defRPr sz="1080" b="1">
                <a:solidFill>
                  <a:srgbClr val="08776F"/>
                </a:solidFill>
                <a:latin typeface="Aptos"/>
                <a:ea typeface="Aptos"/>
                <a:cs typeface="Aptos"/>
              </a:defRPr>
            </a:lvl7pPr>
            <a:lvl8pPr algn="l">
              <a:buNone/>
              <a:defRPr sz="1080" b="1">
                <a:solidFill>
                  <a:srgbClr val="08776F"/>
                </a:solidFill>
                <a:latin typeface="Aptos"/>
                <a:ea typeface="Aptos"/>
                <a:cs typeface="Aptos"/>
              </a:defRPr>
            </a:lvl8pPr>
            <a:lvl9pPr algn="l">
              <a:buNone/>
              <a:defRPr sz="1080" b="1">
                <a:solidFill>
                  <a:srgbClr val="08776F"/>
                </a:solidFill>
                <a:latin typeface="Aptos"/>
                <a:ea typeface="Aptos"/>
                <a:cs typeface="Aptos"/>
              </a:defRPr>
            </a:lvl9pPr>
          </a:lstStyle>
          <a:p xmlns:a="http://schemas.openxmlformats.org/drawingml/2006/main">
            <a:pPr algn="l">
              <a:spcBef>
                <a:spcPts val="0"/>
              </a:spcBef>
              <a:spcAft>
                <a:spcPts val="0"/>
              </a:spcAft>
              <a:buNone/>
              <a:defRPr sz="1080" b="1">
                <a:solidFill>
                  <a:srgbClr val="08776F"/>
                </a:solidFill>
                <a:latin typeface="Aptos"/>
                <a:ea typeface="Aptos"/>
                <a:cs typeface="Aptos"/>
              </a:defRPr>
            </a:pPr>
            <a:r>
              <a:rPr sz="1080" b="1" i="0" spc="45">
                <a:solidFill>
                  <a:srgbClr val="08776F"/>
                </a:solidFill>
                <a:latin typeface="Aptos"/>
                <a:ea typeface="Aptos"/>
                <a:cs typeface="Aptos"/>
              </a:rPr>
              <a:t>HASIL UJI PER SUITE</a:t>
            </a:r>
          </a:p>
        </p:txBody>
      </p:sp>
      <p:sp>
        <p:nvSpPr>
          <p:cNvPr id="33" name="TextBox 32">
            <a:extLst xmlns:a="http://schemas.openxmlformats.org/drawingml/2006/main">
              <a:ext uri="{FF2B5EF4-FFF2-40B4-BE49-F238E27FC236}">
                <a16:creationId xmlns:a16="http://schemas.microsoft.com/office/drawing/2014/main" id="{9E80FA22-C8C2-4445-97EE-0B3A628F6890}"/>
              </a:ext>
            </a:extLst>
          </p:cNvPr>
          <p:cNvSpPr>
            <a:spLocks xmlns:a="http://schemas.openxmlformats.org/drawingml/2006/main" noGrp="1"/>
          </p:cNvSpPr>
          <p:nvPr/>
        </p:nvSpPr>
        <p:spPr>
          <a:xfrm xmlns:a="http://schemas.openxmlformats.org/drawingml/2006/main">
            <a:off x="7086600" y="1508760"/>
            <a:ext cx="4297680" cy="19202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80" b="1">
                <a:solidFill>
                  <a:srgbClr val="08776F"/>
                </a:solidFill>
                <a:latin typeface="Aptos"/>
                <a:ea typeface="Aptos"/>
                <a:cs typeface="Aptos"/>
              </a:defRPr>
            </a:defPPr>
            <a:lvl1pPr algn="l">
              <a:buNone/>
              <a:defRPr sz="1080" b="1">
                <a:solidFill>
                  <a:srgbClr val="08776F"/>
                </a:solidFill>
                <a:latin typeface="Aptos"/>
                <a:ea typeface="Aptos"/>
                <a:cs typeface="Aptos"/>
              </a:defRPr>
            </a:lvl1pPr>
            <a:lvl2pPr algn="l">
              <a:buNone/>
              <a:defRPr sz="1080" b="1">
                <a:solidFill>
                  <a:srgbClr val="08776F"/>
                </a:solidFill>
                <a:latin typeface="Aptos"/>
                <a:ea typeface="Aptos"/>
                <a:cs typeface="Aptos"/>
              </a:defRPr>
            </a:lvl2pPr>
            <a:lvl3pPr algn="l">
              <a:buNone/>
              <a:defRPr sz="1080" b="1">
                <a:solidFill>
                  <a:srgbClr val="08776F"/>
                </a:solidFill>
                <a:latin typeface="Aptos"/>
                <a:ea typeface="Aptos"/>
                <a:cs typeface="Aptos"/>
              </a:defRPr>
            </a:lvl3pPr>
            <a:lvl4pPr algn="l">
              <a:buNone/>
              <a:defRPr sz="1080" b="1">
                <a:solidFill>
                  <a:srgbClr val="08776F"/>
                </a:solidFill>
                <a:latin typeface="Aptos"/>
                <a:ea typeface="Aptos"/>
                <a:cs typeface="Aptos"/>
              </a:defRPr>
            </a:lvl4pPr>
            <a:lvl5pPr algn="l">
              <a:buNone/>
              <a:defRPr sz="1080" b="1">
                <a:solidFill>
                  <a:srgbClr val="08776F"/>
                </a:solidFill>
                <a:latin typeface="Aptos"/>
                <a:ea typeface="Aptos"/>
                <a:cs typeface="Aptos"/>
              </a:defRPr>
            </a:lvl5pPr>
            <a:lvl6pPr algn="l">
              <a:buNone/>
              <a:defRPr sz="1080" b="1">
                <a:solidFill>
                  <a:srgbClr val="08776F"/>
                </a:solidFill>
                <a:latin typeface="Aptos"/>
                <a:ea typeface="Aptos"/>
                <a:cs typeface="Aptos"/>
              </a:defRPr>
            </a:lvl6pPr>
            <a:lvl7pPr algn="l">
              <a:buNone/>
              <a:defRPr sz="1080" b="1">
                <a:solidFill>
                  <a:srgbClr val="08776F"/>
                </a:solidFill>
                <a:latin typeface="Aptos"/>
                <a:ea typeface="Aptos"/>
                <a:cs typeface="Aptos"/>
              </a:defRPr>
            </a:lvl7pPr>
            <a:lvl8pPr algn="l">
              <a:buNone/>
              <a:defRPr sz="1080" b="1">
                <a:solidFill>
                  <a:srgbClr val="08776F"/>
                </a:solidFill>
                <a:latin typeface="Aptos"/>
                <a:ea typeface="Aptos"/>
                <a:cs typeface="Aptos"/>
              </a:defRPr>
            </a:lvl8pPr>
            <a:lvl9pPr algn="l">
              <a:buNone/>
              <a:defRPr sz="1080" b="1">
                <a:solidFill>
                  <a:srgbClr val="08776F"/>
                </a:solidFill>
                <a:latin typeface="Aptos"/>
                <a:ea typeface="Aptos"/>
                <a:cs typeface="Aptos"/>
              </a:defRPr>
            </a:lvl9pPr>
          </a:lstStyle>
          <a:p xmlns:a="http://schemas.openxmlformats.org/drawingml/2006/main">
            <a:pPr algn="l">
              <a:spcBef>
                <a:spcPts val="0"/>
              </a:spcBef>
              <a:spcAft>
                <a:spcPts val="0"/>
              </a:spcAft>
              <a:buNone/>
              <a:defRPr sz="1080" b="1">
                <a:solidFill>
                  <a:srgbClr val="08776F"/>
                </a:solidFill>
                <a:latin typeface="Aptos"/>
                <a:ea typeface="Aptos"/>
                <a:cs typeface="Aptos"/>
              </a:defRPr>
            </a:pPr>
            <a:r>
              <a:rPr sz="1080" b="1" i="0" spc="45">
                <a:solidFill>
                  <a:srgbClr val="08776F"/>
                </a:solidFill>
                <a:latin typeface="Aptos"/>
                <a:ea typeface="Aptos"/>
                <a:cs typeface="Aptos"/>
              </a:rPr>
              <a:t>RINGKASAN</a:t>
            </a:r>
          </a:p>
        </p:txBody>
      </p:sp>
      <p:sp>
        <p:nvSpPr>
          <p:cNvPr id="34" name="Rounded Rectangle 33">
            <a:extLst xmlns:a="http://schemas.openxmlformats.org/drawingml/2006/main">
              <a:ext uri="{FF2B5EF4-FFF2-40B4-BE49-F238E27FC236}">
                <a16:creationId xmlns:a16="http://schemas.microsoft.com/office/drawing/2014/main" id="{38426653-96FE-490A-BCFF-2341634EC820}"/>
              </a:ext>
            </a:extLst>
          </p:cNvPr>
          <p:cNvSpPr>
            <a:spLocks xmlns:a="http://schemas.openxmlformats.org/drawingml/2006/main" noGrp="1"/>
          </p:cNvSpPr>
          <p:nvPr/>
        </p:nvSpPr>
        <p:spPr>
          <a:xfrm xmlns:a="http://schemas.openxmlformats.org/drawingml/2006/main">
            <a:off x="7059168" y="1874519"/>
            <a:ext cx="4416552" cy="804672"/>
          </a:xfrm>
          <a:prstGeom xmlns:a="http://schemas.openxmlformats.org/drawingml/2006/main" prst="roundRect">
            <a:avLst>
              <a:gd name="adj" fmla="val 1420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5" name="TextBox 34">
            <a:extLst xmlns:a="http://schemas.openxmlformats.org/drawingml/2006/main">
              <a:ext uri="{FF2B5EF4-FFF2-40B4-BE49-F238E27FC236}">
                <a16:creationId xmlns:a16="http://schemas.microsoft.com/office/drawing/2014/main" id="{39EA4BCE-D668-4E42-A04B-430C4B14D1F8}"/>
              </a:ext>
            </a:extLst>
          </p:cNvPr>
          <p:cNvSpPr>
            <a:spLocks xmlns:a="http://schemas.openxmlformats.org/drawingml/2006/main" noGrp="1"/>
          </p:cNvSpPr>
          <p:nvPr/>
        </p:nvSpPr>
        <p:spPr>
          <a:xfrm xmlns:a="http://schemas.openxmlformats.org/drawingml/2006/main">
            <a:off x="7296912" y="1993391"/>
            <a:ext cx="1417320" cy="35890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2175" b="1">
                <a:solidFill>
                  <a:srgbClr val="102A43"/>
                </a:solidFill>
                <a:latin typeface="Aptos"/>
                <a:ea typeface="Aptos"/>
                <a:cs typeface="Aptos"/>
              </a:defRPr>
            </a:defPPr>
            <a:lvl1pPr algn="l">
              <a:defRPr sz="2175" b="1">
                <a:solidFill>
                  <a:srgbClr val="102A43"/>
                </a:solidFill>
                <a:latin typeface="Aptos"/>
                <a:ea typeface="Aptos"/>
                <a:cs typeface="Aptos"/>
              </a:defRPr>
            </a:lvl1pPr>
            <a:lvl2pPr algn="l">
              <a:defRPr sz="2175" b="1">
                <a:solidFill>
                  <a:srgbClr val="102A43"/>
                </a:solidFill>
                <a:latin typeface="Aptos"/>
                <a:ea typeface="Aptos"/>
                <a:cs typeface="Aptos"/>
              </a:defRPr>
            </a:lvl2pPr>
            <a:lvl3pPr algn="l">
              <a:defRPr sz="2175" b="1">
                <a:solidFill>
                  <a:srgbClr val="102A43"/>
                </a:solidFill>
                <a:latin typeface="Aptos"/>
                <a:ea typeface="Aptos"/>
                <a:cs typeface="Aptos"/>
              </a:defRPr>
            </a:lvl3pPr>
            <a:lvl4pPr algn="l">
              <a:defRPr sz="2175" b="1">
                <a:solidFill>
                  <a:srgbClr val="102A43"/>
                </a:solidFill>
                <a:latin typeface="Aptos"/>
                <a:ea typeface="Aptos"/>
                <a:cs typeface="Aptos"/>
              </a:defRPr>
            </a:lvl4pPr>
            <a:lvl5pPr algn="l">
              <a:defRPr sz="2175" b="1">
                <a:solidFill>
                  <a:srgbClr val="102A43"/>
                </a:solidFill>
                <a:latin typeface="Aptos"/>
                <a:ea typeface="Aptos"/>
                <a:cs typeface="Aptos"/>
              </a:defRPr>
            </a:lvl5pPr>
            <a:lvl6pPr algn="l">
              <a:defRPr sz="2175" b="1">
                <a:solidFill>
                  <a:srgbClr val="102A43"/>
                </a:solidFill>
                <a:latin typeface="Aptos"/>
                <a:ea typeface="Aptos"/>
                <a:cs typeface="Aptos"/>
              </a:defRPr>
            </a:lvl6pPr>
            <a:lvl7pPr algn="l">
              <a:defRPr sz="2175" b="1">
                <a:solidFill>
                  <a:srgbClr val="102A43"/>
                </a:solidFill>
                <a:latin typeface="Aptos"/>
                <a:ea typeface="Aptos"/>
                <a:cs typeface="Aptos"/>
              </a:defRPr>
            </a:lvl7pPr>
            <a:lvl8pPr algn="l">
              <a:defRPr sz="2175" b="1">
                <a:solidFill>
                  <a:srgbClr val="102A43"/>
                </a:solidFill>
                <a:latin typeface="Aptos"/>
                <a:ea typeface="Aptos"/>
                <a:cs typeface="Aptos"/>
              </a:defRPr>
            </a:lvl8pPr>
            <a:lvl9pPr algn="l">
              <a:defRPr sz="2175" b="1">
                <a:solidFill>
                  <a:srgbClr val="102A43"/>
                </a:solidFill>
                <a:latin typeface="Aptos"/>
                <a:ea typeface="Aptos"/>
                <a:cs typeface="Aptos"/>
              </a:defRPr>
            </a:lvl9pPr>
          </a:lstStyle>
          <a:p xmlns:a="http://schemas.openxmlformats.org/drawingml/2006/main">
            <a:pPr algn="l">
              <a:spcBef>
                <a:spcPts val="0"/>
              </a:spcBef>
              <a:spcAft>
                <a:spcPts val="0"/>
              </a:spcAft>
              <a:buNone/>
              <a:defRPr sz="2175" b="1">
                <a:solidFill>
                  <a:srgbClr val="102A43"/>
                </a:solidFill>
                <a:latin typeface="Aptos"/>
                <a:ea typeface="Aptos"/>
                <a:cs typeface="Aptos"/>
              </a:defRPr>
            </a:pPr>
            <a:r>
              <a:rPr sz="2175" b="1" i="0">
                <a:solidFill>
                  <a:srgbClr val="102A43"/>
                </a:solidFill>
                <a:latin typeface="Aptos"/>
                <a:ea typeface="Aptos"/>
                <a:cs typeface="Aptos"/>
              </a:rPr>
              <a:t>177</a:t>
            </a:r>
          </a:p>
        </p:txBody>
      </p:sp>
      <p:sp>
        <p:nvSpPr>
          <p:cNvPr id="36" name="TextBox 35">
            <a:extLst xmlns:a="http://schemas.openxmlformats.org/drawingml/2006/main">
              <a:ext uri="{FF2B5EF4-FFF2-40B4-BE49-F238E27FC236}">
                <a16:creationId xmlns:a16="http://schemas.microsoft.com/office/drawing/2014/main" id="{1FDA09B3-80D4-490C-8DB6-380ABD6F4AEF}"/>
              </a:ext>
            </a:extLst>
          </p:cNvPr>
          <p:cNvSpPr>
            <a:spLocks xmlns:a="http://schemas.openxmlformats.org/drawingml/2006/main" noGrp="1"/>
          </p:cNvSpPr>
          <p:nvPr/>
        </p:nvSpPr>
        <p:spPr>
          <a:xfrm xmlns:a="http://schemas.openxmlformats.org/drawingml/2006/main">
            <a:off x="8778240" y="1993391"/>
            <a:ext cx="2331720" cy="21031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200" b="1">
                <a:solidFill>
                  <a:srgbClr val="102A43"/>
                </a:solidFill>
                <a:latin typeface="Aptos"/>
                <a:ea typeface="Aptos"/>
                <a:cs typeface="Aptos"/>
              </a:defRPr>
            </a:defPPr>
            <a:lvl1pPr algn="l">
              <a:defRPr sz="1200" b="1">
                <a:solidFill>
                  <a:srgbClr val="102A43"/>
                </a:solidFill>
                <a:latin typeface="Aptos"/>
                <a:ea typeface="Aptos"/>
                <a:cs typeface="Aptos"/>
              </a:defRPr>
            </a:lvl1pPr>
            <a:lvl2pPr algn="l">
              <a:defRPr sz="1200" b="1">
                <a:solidFill>
                  <a:srgbClr val="102A43"/>
                </a:solidFill>
                <a:latin typeface="Aptos"/>
                <a:ea typeface="Aptos"/>
                <a:cs typeface="Aptos"/>
              </a:defRPr>
            </a:lvl2pPr>
            <a:lvl3pPr algn="l">
              <a:defRPr sz="1200" b="1">
                <a:solidFill>
                  <a:srgbClr val="102A43"/>
                </a:solidFill>
                <a:latin typeface="Aptos"/>
                <a:ea typeface="Aptos"/>
                <a:cs typeface="Aptos"/>
              </a:defRPr>
            </a:lvl3pPr>
            <a:lvl4pPr algn="l">
              <a:defRPr sz="1200" b="1">
                <a:solidFill>
                  <a:srgbClr val="102A43"/>
                </a:solidFill>
                <a:latin typeface="Aptos"/>
                <a:ea typeface="Aptos"/>
                <a:cs typeface="Aptos"/>
              </a:defRPr>
            </a:lvl4pPr>
            <a:lvl5pPr algn="l">
              <a:defRPr sz="1200" b="1">
                <a:solidFill>
                  <a:srgbClr val="102A43"/>
                </a:solidFill>
                <a:latin typeface="Aptos"/>
                <a:ea typeface="Aptos"/>
                <a:cs typeface="Aptos"/>
              </a:defRPr>
            </a:lvl5pPr>
            <a:lvl6pPr algn="l">
              <a:defRPr sz="1200" b="1">
                <a:solidFill>
                  <a:srgbClr val="102A43"/>
                </a:solidFill>
                <a:latin typeface="Aptos"/>
                <a:ea typeface="Aptos"/>
                <a:cs typeface="Aptos"/>
              </a:defRPr>
            </a:lvl6pPr>
            <a:lvl7pPr algn="l">
              <a:defRPr sz="1200" b="1">
                <a:solidFill>
                  <a:srgbClr val="102A43"/>
                </a:solidFill>
                <a:latin typeface="Aptos"/>
                <a:ea typeface="Aptos"/>
                <a:cs typeface="Aptos"/>
              </a:defRPr>
            </a:lvl7pPr>
            <a:lvl8pPr algn="l">
              <a:defRPr sz="1200" b="1">
                <a:solidFill>
                  <a:srgbClr val="102A43"/>
                </a:solidFill>
                <a:latin typeface="Aptos"/>
                <a:ea typeface="Aptos"/>
                <a:cs typeface="Aptos"/>
              </a:defRPr>
            </a:lvl8pPr>
            <a:lvl9pPr algn="l">
              <a:defRPr sz="1200" b="1">
                <a:solidFill>
                  <a:srgbClr val="102A43"/>
                </a:solidFill>
                <a:latin typeface="Aptos"/>
                <a:ea typeface="Aptos"/>
                <a:cs typeface="Aptos"/>
              </a:defRPr>
            </a:lvl9pPr>
          </a:lstStyle>
          <a:p xmlns:a="http://schemas.openxmlformats.org/drawingml/2006/main">
            <a:pPr algn="l">
              <a:spcBef>
                <a:spcPts val="0"/>
              </a:spcBef>
              <a:spcAft>
                <a:spcPts val="0"/>
              </a:spcAft>
              <a:buNone/>
              <a:defRPr sz="1200" b="1">
                <a:solidFill>
                  <a:srgbClr val="102A43"/>
                </a:solidFill>
                <a:latin typeface="Aptos"/>
                <a:ea typeface="Aptos"/>
                <a:cs typeface="Aptos"/>
              </a:defRPr>
            </a:pPr>
            <a:r>
              <a:rPr sz="1200" b="1" i="0">
                <a:solidFill>
                  <a:srgbClr val="102A43"/>
                </a:solidFill>
                <a:latin typeface="Aptos"/>
                <a:ea typeface="Aptos"/>
                <a:cs typeface="Aptos"/>
              </a:rPr>
              <a:t>total test</a:t>
            </a:r>
          </a:p>
        </p:txBody>
      </p:sp>
      <p:sp>
        <p:nvSpPr>
          <p:cNvPr id="37" name="TextBox 36">
            <a:extLst xmlns:a="http://schemas.openxmlformats.org/drawingml/2006/main">
              <a:ext uri="{FF2B5EF4-FFF2-40B4-BE49-F238E27FC236}">
                <a16:creationId xmlns:a16="http://schemas.microsoft.com/office/drawing/2014/main" id="{7350BB57-5B25-4C25-A30C-846F0E216C1B}"/>
              </a:ext>
            </a:extLst>
          </p:cNvPr>
          <p:cNvSpPr>
            <a:spLocks xmlns:a="http://schemas.openxmlformats.org/drawingml/2006/main" noGrp="1"/>
          </p:cNvSpPr>
          <p:nvPr/>
        </p:nvSpPr>
        <p:spPr>
          <a:xfrm xmlns:a="http://schemas.openxmlformats.org/drawingml/2006/main">
            <a:off x="8778240" y="2267712"/>
            <a:ext cx="2331720" cy="18745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50">
                <a:solidFill>
                  <a:srgbClr val="617586"/>
                </a:solidFill>
                <a:latin typeface="Aptos"/>
                <a:ea typeface="Aptos"/>
                <a:cs typeface="Aptos"/>
              </a:defRPr>
            </a:defPPr>
            <a:lvl1pPr algn="l">
              <a:buNone/>
              <a:defRPr sz="1050">
                <a:solidFill>
                  <a:srgbClr val="617586"/>
                </a:solidFill>
                <a:latin typeface="Aptos"/>
                <a:ea typeface="Aptos"/>
                <a:cs typeface="Aptos"/>
              </a:defRPr>
            </a:lvl1pPr>
            <a:lvl2pPr algn="l">
              <a:buNone/>
              <a:defRPr sz="1050">
                <a:solidFill>
                  <a:srgbClr val="617586"/>
                </a:solidFill>
                <a:latin typeface="Aptos"/>
                <a:ea typeface="Aptos"/>
                <a:cs typeface="Aptos"/>
              </a:defRPr>
            </a:lvl2pPr>
            <a:lvl3pPr algn="l">
              <a:buNone/>
              <a:defRPr sz="1050">
                <a:solidFill>
                  <a:srgbClr val="617586"/>
                </a:solidFill>
                <a:latin typeface="Aptos"/>
                <a:ea typeface="Aptos"/>
                <a:cs typeface="Aptos"/>
              </a:defRPr>
            </a:lvl3pPr>
            <a:lvl4pPr algn="l">
              <a:buNone/>
              <a:defRPr sz="1050">
                <a:solidFill>
                  <a:srgbClr val="617586"/>
                </a:solidFill>
                <a:latin typeface="Aptos"/>
                <a:ea typeface="Aptos"/>
                <a:cs typeface="Aptos"/>
              </a:defRPr>
            </a:lvl4pPr>
            <a:lvl5pPr algn="l">
              <a:buNone/>
              <a:defRPr sz="1050">
                <a:solidFill>
                  <a:srgbClr val="617586"/>
                </a:solidFill>
                <a:latin typeface="Aptos"/>
                <a:ea typeface="Aptos"/>
                <a:cs typeface="Aptos"/>
              </a:defRPr>
            </a:lvl5pPr>
            <a:lvl6pPr algn="l">
              <a:buNone/>
              <a:defRPr sz="1050">
                <a:solidFill>
                  <a:srgbClr val="617586"/>
                </a:solidFill>
                <a:latin typeface="Aptos"/>
                <a:ea typeface="Aptos"/>
                <a:cs typeface="Aptos"/>
              </a:defRPr>
            </a:lvl6pPr>
            <a:lvl7pPr algn="l">
              <a:buNone/>
              <a:defRPr sz="1050">
                <a:solidFill>
                  <a:srgbClr val="617586"/>
                </a:solidFill>
                <a:latin typeface="Aptos"/>
                <a:ea typeface="Aptos"/>
                <a:cs typeface="Aptos"/>
              </a:defRPr>
            </a:lvl7pPr>
            <a:lvl8pPr algn="l">
              <a:buNone/>
              <a:defRPr sz="1050">
                <a:solidFill>
                  <a:srgbClr val="617586"/>
                </a:solidFill>
                <a:latin typeface="Aptos"/>
                <a:ea typeface="Aptos"/>
                <a:cs typeface="Aptos"/>
              </a:defRPr>
            </a:lvl8pPr>
            <a:lvl9pPr algn="l">
              <a:buNone/>
              <a:defRPr sz="1050">
                <a:solidFill>
                  <a:srgbClr val="617586"/>
                </a:solidFill>
                <a:latin typeface="Aptos"/>
                <a:ea typeface="Aptos"/>
                <a:cs typeface="Aptos"/>
              </a:defRPr>
            </a:lvl9pPr>
          </a:lstStyle>
          <a:p xmlns:a="http://schemas.openxmlformats.org/drawingml/2006/main">
            <a:pPr algn="l">
              <a:spcBef>
                <a:spcPts val="0"/>
              </a:spcBef>
              <a:spcAft>
                <a:spcPts val="0"/>
              </a:spcAft>
              <a:buNone/>
              <a:defRPr sz="1050">
                <a:solidFill>
                  <a:srgbClr val="617586"/>
                </a:solidFill>
                <a:latin typeface="Aptos"/>
                <a:ea typeface="Aptos"/>
                <a:cs typeface="Aptos"/>
              </a:defRPr>
            </a:pPr>
            <a:r>
              <a:rPr sz="1050" b="0" i="0">
                <a:solidFill>
                  <a:srgbClr val="617586"/>
                </a:solidFill>
                <a:latin typeface="Aptos"/>
                <a:ea typeface="Aptos"/>
                <a:cs typeface="Aptos"/>
              </a:rPr>
              <a:t>PostgreSQL + Qdrant HTTP mock</a:t>
            </a:r>
          </a:p>
        </p:txBody>
      </p:sp>
      <p:sp>
        <p:nvSpPr>
          <p:cNvPr id="38" name="Rounded Rectangle 37">
            <a:extLst xmlns:a="http://schemas.openxmlformats.org/drawingml/2006/main">
              <a:ext uri="{FF2B5EF4-FFF2-40B4-BE49-F238E27FC236}">
                <a16:creationId xmlns:a16="http://schemas.microsoft.com/office/drawing/2014/main" id="{ABF9C303-E475-4DE0-BA3F-D3430ECF82F8}"/>
              </a:ext>
            </a:extLst>
          </p:cNvPr>
          <p:cNvSpPr>
            <a:spLocks xmlns:a="http://schemas.openxmlformats.org/drawingml/2006/main" noGrp="1"/>
          </p:cNvSpPr>
          <p:nvPr/>
        </p:nvSpPr>
        <p:spPr>
          <a:xfrm xmlns:a="http://schemas.openxmlformats.org/drawingml/2006/main">
            <a:off x="7059168" y="2834639"/>
            <a:ext cx="4416552" cy="804672"/>
          </a:xfrm>
          <a:prstGeom xmlns:a="http://schemas.openxmlformats.org/drawingml/2006/main" prst="roundRect">
            <a:avLst>
              <a:gd name="adj" fmla="val 1420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9" name="TextBox 38">
            <a:extLst xmlns:a="http://schemas.openxmlformats.org/drawingml/2006/main">
              <a:ext uri="{FF2B5EF4-FFF2-40B4-BE49-F238E27FC236}">
                <a16:creationId xmlns:a16="http://schemas.microsoft.com/office/drawing/2014/main" id="{113DE88C-24A3-455D-8509-FE790BF9D1DF}"/>
              </a:ext>
            </a:extLst>
          </p:cNvPr>
          <p:cNvSpPr>
            <a:spLocks xmlns:a="http://schemas.openxmlformats.org/drawingml/2006/main" noGrp="1"/>
          </p:cNvSpPr>
          <p:nvPr/>
        </p:nvSpPr>
        <p:spPr>
          <a:xfrm xmlns:a="http://schemas.openxmlformats.org/drawingml/2006/main">
            <a:off x="7296912" y="2953511"/>
            <a:ext cx="1417320" cy="35890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2175" b="1">
                <a:solidFill>
                  <a:srgbClr val="08776F"/>
                </a:solidFill>
                <a:latin typeface="Aptos"/>
                <a:ea typeface="Aptos"/>
                <a:cs typeface="Aptos"/>
              </a:defRPr>
            </a:defPPr>
            <a:lvl1pPr algn="l">
              <a:defRPr sz="2175" b="1">
                <a:solidFill>
                  <a:srgbClr val="08776F"/>
                </a:solidFill>
                <a:latin typeface="Aptos"/>
                <a:ea typeface="Aptos"/>
                <a:cs typeface="Aptos"/>
              </a:defRPr>
            </a:lvl1pPr>
            <a:lvl2pPr algn="l">
              <a:defRPr sz="2175" b="1">
                <a:solidFill>
                  <a:srgbClr val="08776F"/>
                </a:solidFill>
                <a:latin typeface="Aptos"/>
                <a:ea typeface="Aptos"/>
                <a:cs typeface="Aptos"/>
              </a:defRPr>
            </a:lvl2pPr>
            <a:lvl3pPr algn="l">
              <a:defRPr sz="2175" b="1">
                <a:solidFill>
                  <a:srgbClr val="08776F"/>
                </a:solidFill>
                <a:latin typeface="Aptos"/>
                <a:ea typeface="Aptos"/>
                <a:cs typeface="Aptos"/>
              </a:defRPr>
            </a:lvl3pPr>
            <a:lvl4pPr algn="l">
              <a:defRPr sz="2175" b="1">
                <a:solidFill>
                  <a:srgbClr val="08776F"/>
                </a:solidFill>
                <a:latin typeface="Aptos"/>
                <a:ea typeface="Aptos"/>
                <a:cs typeface="Aptos"/>
              </a:defRPr>
            </a:lvl4pPr>
            <a:lvl5pPr algn="l">
              <a:defRPr sz="2175" b="1">
                <a:solidFill>
                  <a:srgbClr val="08776F"/>
                </a:solidFill>
                <a:latin typeface="Aptos"/>
                <a:ea typeface="Aptos"/>
                <a:cs typeface="Aptos"/>
              </a:defRPr>
            </a:lvl5pPr>
            <a:lvl6pPr algn="l">
              <a:defRPr sz="2175" b="1">
                <a:solidFill>
                  <a:srgbClr val="08776F"/>
                </a:solidFill>
                <a:latin typeface="Aptos"/>
                <a:ea typeface="Aptos"/>
                <a:cs typeface="Aptos"/>
              </a:defRPr>
            </a:lvl6pPr>
            <a:lvl7pPr algn="l">
              <a:defRPr sz="2175" b="1">
                <a:solidFill>
                  <a:srgbClr val="08776F"/>
                </a:solidFill>
                <a:latin typeface="Aptos"/>
                <a:ea typeface="Aptos"/>
                <a:cs typeface="Aptos"/>
              </a:defRPr>
            </a:lvl7pPr>
            <a:lvl8pPr algn="l">
              <a:defRPr sz="2175" b="1">
                <a:solidFill>
                  <a:srgbClr val="08776F"/>
                </a:solidFill>
                <a:latin typeface="Aptos"/>
                <a:ea typeface="Aptos"/>
                <a:cs typeface="Aptos"/>
              </a:defRPr>
            </a:lvl8pPr>
            <a:lvl9pPr algn="l">
              <a:defRPr sz="2175" b="1">
                <a:solidFill>
                  <a:srgbClr val="08776F"/>
                </a:solidFill>
                <a:latin typeface="Aptos"/>
                <a:ea typeface="Aptos"/>
                <a:cs typeface="Aptos"/>
              </a:defRPr>
            </a:lvl9pPr>
          </a:lstStyle>
          <a:p xmlns:a="http://schemas.openxmlformats.org/drawingml/2006/main">
            <a:pPr algn="l">
              <a:spcBef>
                <a:spcPts val="0"/>
              </a:spcBef>
              <a:spcAft>
                <a:spcPts val="0"/>
              </a:spcAft>
              <a:buNone/>
              <a:defRPr sz="2175" b="1">
                <a:solidFill>
                  <a:srgbClr val="08776F"/>
                </a:solidFill>
                <a:latin typeface="Aptos"/>
                <a:ea typeface="Aptos"/>
                <a:cs typeface="Aptos"/>
              </a:defRPr>
            </a:pPr>
            <a:r>
              <a:rPr sz="2175" b="1" i="0">
                <a:solidFill>
                  <a:srgbClr val="08776F"/>
                </a:solidFill>
                <a:latin typeface="Aptos"/>
                <a:ea typeface="Aptos"/>
                <a:cs typeface="Aptos"/>
              </a:rPr>
              <a:t>176</a:t>
            </a:r>
          </a:p>
        </p:txBody>
      </p:sp>
      <p:sp>
        <p:nvSpPr>
          <p:cNvPr id="40" name="TextBox 39">
            <a:extLst xmlns:a="http://schemas.openxmlformats.org/drawingml/2006/main">
              <a:ext uri="{FF2B5EF4-FFF2-40B4-BE49-F238E27FC236}">
                <a16:creationId xmlns:a16="http://schemas.microsoft.com/office/drawing/2014/main" id="{BD353377-2A0A-416B-90CF-487211EB226D}"/>
              </a:ext>
            </a:extLst>
          </p:cNvPr>
          <p:cNvSpPr>
            <a:spLocks xmlns:a="http://schemas.openxmlformats.org/drawingml/2006/main" noGrp="1"/>
          </p:cNvSpPr>
          <p:nvPr/>
        </p:nvSpPr>
        <p:spPr>
          <a:xfrm xmlns:a="http://schemas.openxmlformats.org/drawingml/2006/main">
            <a:off x="8778240" y="2953511"/>
            <a:ext cx="2331720" cy="21031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200" b="1">
                <a:solidFill>
                  <a:srgbClr val="102A43"/>
                </a:solidFill>
                <a:latin typeface="Aptos"/>
                <a:ea typeface="Aptos"/>
                <a:cs typeface="Aptos"/>
              </a:defRPr>
            </a:defPPr>
            <a:lvl1pPr algn="l">
              <a:defRPr sz="1200" b="1">
                <a:solidFill>
                  <a:srgbClr val="102A43"/>
                </a:solidFill>
                <a:latin typeface="Aptos"/>
                <a:ea typeface="Aptos"/>
                <a:cs typeface="Aptos"/>
              </a:defRPr>
            </a:lvl1pPr>
            <a:lvl2pPr algn="l">
              <a:defRPr sz="1200" b="1">
                <a:solidFill>
                  <a:srgbClr val="102A43"/>
                </a:solidFill>
                <a:latin typeface="Aptos"/>
                <a:ea typeface="Aptos"/>
                <a:cs typeface="Aptos"/>
              </a:defRPr>
            </a:lvl2pPr>
            <a:lvl3pPr algn="l">
              <a:defRPr sz="1200" b="1">
                <a:solidFill>
                  <a:srgbClr val="102A43"/>
                </a:solidFill>
                <a:latin typeface="Aptos"/>
                <a:ea typeface="Aptos"/>
                <a:cs typeface="Aptos"/>
              </a:defRPr>
            </a:lvl3pPr>
            <a:lvl4pPr algn="l">
              <a:defRPr sz="1200" b="1">
                <a:solidFill>
                  <a:srgbClr val="102A43"/>
                </a:solidFill>
                <a:latin typeface="Aptos"/>
                <a:ea typeface="Aptos"/>
                <a:cs typeface="Aptos"/>
              </a:defRPr>
            </a:lvl4pPr>
            <a:lvl5pPr algn="l">
              <a:defRPr sz="1200" b="1">
                <a:solidFill>
                  <a:srgbClr val="102A43"/>
                </a:solidFill>
                <a:latin typeface="Aptos"/>
                <a:ea typeface="Aptos"/>
                <a:cs typeface="Aptos"/>
              </a:defRPr>
            </a:lvl5pPr>
            <a:lvl6pPr algn="l">
              <a:defRPr sz="1200" b="1">
                <a:solidFill>
                  <a:srgbClr val="102A43"/>
                </a:solidFill>
                <a:latin typeface="Aptos"/>
                <a:ea typeface="Aptos"/>
                <a:cs typeface="Aptos"/>
              </a:defRPr>
            </a:lvl6pPr>
            <a:lvl7pPr algn="l">
              <a:defRPr sz="1200" b="1">
                <a:solidFill>
                  <a:srgbClr val="102A43"/>
                </a:solidFill>
                <a:latin typeface="Aptos"/>
                <a:ea typeface="Aptos"/>
                <a:cs typeface="Aptos"/>
              </a:defRPr>
            </a:lvl7pPr>
            <a:lvl8pPr algn="l">
              <a:defRPr sz="1200" b="1">
                <a:solidFill>
                  <a:srgbClr val="102A43"/>
                </a:solidFill>
                <a:latin typeface="Aptos"/>
                <a:ea typeface="Aptos"/>
                <a:cs typeface="Aptos"/>
              </a:defRPr>
            </a:lvl8pPr>
            <a:lvl9pPr algn="l">
              <a:defRPr sz="1200" b="1">
                <a:solidFill>
                  <a:srgbClr val="102A43"/>
                </a:solidFill>
                <a:latin typeface="Aptos"/>
                <a:ea typeface="Aptos"/>
                <a:cs typeface="Aptos"/>
              </a:defRPr>
            </a:lvl9pPr>
          </a:lstStyle>
          <a:p xmlns:a="http://schemas.openxmlformats.org/drawingml/2006/main">
            <a:pPr algn="l">
              <a:spcBef>
                <a:spcPts val="0"/>
              </a:spcBef>
              <a:spcAft>
                <a:spcPts val="0"/>
              </a:spcAft>
              <a:buNone/>
              <a:defRPr sz="1200" b="1">
                <a:solidFill>
                  <a:srgbClr val="102A43"/>
                </a:solidFill>
                <a:latin typeface="Aptos"/>
                <a:ea typeface="Aptos"/>
                <a:cs typeface="Aptos"/>
              </a:defRPr>
            </a:pPr>
            <a:r>
              <a:rPr sz="1200" b="1" i="0">
                <a:solidFill>
                  <a:srgbClr val="102A43"/>
                </a:solidFill>
                <a:latin typeface="Aptos"/>
                <a:ea typeface="Aptos"/>
                <a:cs typeface="Aptos"/>
              </a:rPr>
              <a:t>Lulus</a:t>
            </a:r>
          </a:p>
        </p:txBody>
      </p:sp>
      <p:sp>
        <p:nvSpPr>
          <p:cNvPr id="41" name="TextBox 40">
            <a:extLst xmlns:a="http://schemas.openxmlformats.org/drawingml/2006/main">
              <a:ext uri="{FF2B5EF4-FFF2-40B4-BE49-F238E27FC236}">
                <a16:creationId xmlns:a16="http://schemas.microsoft.com/office/drawing/2014/main" id="{5310674E-4D85-462E-95A8-A2B689542ECE}"/>
              </a:ext>
            </a:extLst>
          </p:cNvPr>
          <p:cNvSpPr>
            <a:spLocks xmlns:a="http://schemas.openxmlformats.org/drawingml/2006/main" noGrp="1"/>
          </p:cNvSpPr>
          <p:nvPr/>
        </p:nvSpPr>
        <p:spPr>
          <a:xfrm xmlns:a="http://schemas.openxmlformats.org/drawingml/2006/main">
            <a:off x="8778240" y="3227832"/>
            <a:ext cx="2331720" cy="18745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5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50">
                <a:solidFill>
                  <a:srgbClr val="617586"/>
                </a:solidFill>
                <a:latin typeface="Aptos"/>
                <a:ea typeface="Aptos"/>
                <a:cs typeface="Aptos"/>
              </a:defRPr>
            </a:pPr>
            <a:r>
              <a:rPr sz="1050" b="0" i="0">
                <a:solidFill>
                  <a:srgbClr val="617586"/>
                </a:solidFill>
                <a:latin typeface="Aptos"/>
                <a:ea typeface="Aptos"/>
                <a:cs typeface="Aptos"/>
              </a:rPr>
              <a:t>Pengujian fungsi aplikasi</a:t>
            </a:r>
          </a:p>
        </p:txBody>
      </p:sp>
      <p:sp>
        <p:nvSpPr>
          <p:cNvPr id="42" name="Rounded Rectangle 41">
            <a:extLst xmlns:a="http://schemas.openxmlformats.org/drawingml/2006/main">
              <a:ext uri="{FF2B5EF4-FFF2-40B4-BE49-F238E27FC236}">
                <a16:creationId xmlns:a16="http://schemas.microsoft.com/office/drawing/2014/main" id="{593DF18C-F46D-41E6-BF78-DC12DDFCCE7B}"/>
              </a:ext>
            </a:extLst>
          </p:cNvPr>
          <p:cNvSpPr>
            <a:spLocks xmlns:a="http://schemas.openxmlformats.org/drawingml/2006/main" noGrp="1"/>
          </p:cNvSpPr>
          <p:nvPr/>
        </p:nvSpPr>
        <p:spPr>
          <a:xfrm xmlns:a="http://schemas.openxmlformats.org/drawingml/2006/main">
            <a:off x="7059168" y="3794760"/>
            <a:ext cx="4416552" cy="804672"/>
          </a:xfrm>
          <a:prstGeom xmlns:a="http://schemas.openxmlformats.org/drawingml/2006/main" prst="roundRect">
            <a:avLst>
              <a:gd name="adj" fmla="val 1420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TextBox 42">
            <a:extLst xmlns:a="http://schemas.openxmlformats.org/drawingml/2006/main">
              <a:ext uri="{FF2B5EF4-FFF2-40B4-BE49-F238E27FC236}">
                <a16:creationId xmlns:a16="http://schemas.microsoft.com/office/drawing/2014/main" id="{391ED213-8399-4B82-8A88-4B3613E0E1D0}"/>
              </a:ext>
            </a:extLst>
          </p:cNvPr>
          <p:cNvSpPr>
            <a:spLocks xmlns:a="http://schemas.openxmlformats.org/drawingml/2006/main" noGrp="1"/>
          </p:cNvSpPr>
          <p:nvPr/>
        </p:nvSpPr>
        <p:spPr>
          <a:xfrm xmlns:a="http://schemas.openxmlformats.org/drawingml/2006/main">
            <a:off x="7296912" y="3913632"/>
            <a:ext cx="1417320" cy="35890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2175" b="1">
                <a:solidFill>
                  <a:srgbClr val="08776F"/>
                </a:solidFill>
                <a:latin typeface="Aptos"/>
                <a:ea typeface="Aptos"/>
                <a:cs typeface="Aptos"/>
              </a:defRPr>
            </a:defPPr>
            <a:lvl1pPr algn="l">
              <a:defRPr sz="2175" b="1">
                <a:solidFill>
                  <a:srgbClr val="08776F"/>
                </a:solidFill>
                <a:latin typeface="Aptos"/>
                <a:ea typeface="Aptos"/>
                <a:cs typeface="Aptos"/>
              </a:defRPr>
            </a:lvl1pPr>
            <a:lvl2pPr algn="l">
              <a:defRPr sz="2175" b="1">
                <a:solidFill>
                  <a:srgbClr val="08776F"/>
                </a:solidFill>
                <a:latin typeface="Aptos"/>
                <a:ea typeface="Aptos"/>
                <a:cs typeface="Aptos"/>
              </a:defRPr>
            </a:lvl2pPr>
            <a:lvl3pPr algn="l">
              <a:defRPr sz="2175" b="1">
                <a:solidFill>
                  <a:srgbClr val="08776F"/>
                </a:solidFill>
                <a:latin typeface="Aptos"/>
                <a:ea typeface="Aptos"/>
                <a:cs typeface="Aptos"/>
              </a:defRPr>
            </a:lvl3pPr>
            <a:lvl4pPr algn="l">
              <a:defRPr sz="2175" b="1">
                <a:solidFill>
                  <a:srgbClr val="08776F"/>
                </a:solidFill>
                <a:latin typeface="Aptos"/>
                <a:ea typeface="Aptos"/>
                <a:cs typeface="Aptos"/>
              </a:defRPr>
            </a:lvl4pPr>
            <a:lvl5pPr algn="l">
              <a:defRPr sz="2175" b="1">
                <a:solidFill>
                  <a:srgbClr val="08776F"/>
                </a:solidFill>
                <a:latin typeface="Aptos"/>
                <a:ea typeface="Aptos"/>
                <a:cs typeface="Aptos"/>
              </a:defRPr>
            </a:lvl5pPr>
            <a:lvl6pPr algn="l">
              <a:defRPr sz="2175" b="1">
                <a:solidFill>
                  <a:srgbClr val="08776F"/>
                </a:solidFill>
                <a:latin typeface="Aptos"/>
                <a:ea typeface="Aptos"/>
                <a:cs typeface="Aptos"/>
              </a:defRPr>
            </a:lvl6pPr>
            <a:lvl7pPr algn="l">
              <a:defRPr sz="2175" b="1">
                <a:solidFill>
                  <a:srgbClr val="08776F"/>
                </a:solidFill>
                <a:latin typeface="Aptos"/>
                <a:ea typeface="Aptos"/>
                <a:cs typeface="Aptos"/>
              </a:defRPr>
            </a:lvl7pPr>
            <a:lvl8pPr algn="l">
              <a:defRPr sz="2175" b="1">
                <a:solidFill>
                  <a:srgbClr val="08776F"/>
                </a:solidFill>
                <a:latin typeface="Aptos"/>
                <a:ea typeface="Aptos"/>
                <a:cs typeface="Aptos"/>
              </a:defRPr>
            </a:lvl8pPr>
            <a:lvl9pPr algn="l">
              <a:defRPr sz="2175" b="1">
                <a:solidFill>
                  <a:srgbClr val="08776F"/>
                </a:solidFill>
                <a:latin typeface="Aptos"/>
                <a:ea typeface="Aptos"/>
                <a:cs typeface="Aptos"/>
              </a:defRPr>
            </a:lvl9pPr>
          </a:lstStyle>
          <a:p xmlns:a="http://schemas.openxmlformats.org/drawingml/2006/main">
            <a:pPr algn="l">
              <a:spcBef>
                <a:spcPts val="0"/>
              </a:spcBef>
              <a:spcAft>
                <a:spcPts val="0"/>
              </a:spcAft>
              <a:buNone/>
              <a:defRPr sz="2175" b="1">
                <a:solidFill>
                  <a:srgbClr val="08776F"/>
                </a:solidFill>
                <a:latin typeface="Aptos"/>
                <a:ea typeface="Aptos"/>
                <a:cs typeface="Aptos"/>
              </a:defRPr>
            </a:pPr>
            <a:r>
              <a:rPr sz="2175" b="1" i="0">
                <a:solidFill>
                  <a:srgbClr val="08776F"/>
                </a:solidFill>
                <a:latin typeface="Aptos"/>
                <a:ea typeface="Aptos"/>
                <a:cs typeface="Aptos"/>
              </a:rPr>
              <a:t>1</a:t>
            </a:r>
          </a:p>
        </p:txBody>
      </p:sp>
      <p:sp>
        <p:nvSpPr>
          <p:cNvPr id="44" name="TextBox 43">
            <a:extLst xmlns:a="http://schemas.openxmlformats.org/drawingml/2006/main">
              <a:ext uri="{FF2B5EF4-FFF2-40B4-BE49-F238E27FC236}">
                <a16:creationId xmlns:a16="http://schemas.microsoft.com/office/drawing/2014/main" id="{2CBAEDDD-51FB-4C41-A5A1-CA10F291312E}"/>
              </a:ext>
            </a:extLst>
          </p:cNvPr>
          <p:cNvSpPr>
            <a:spLocks xmlns:a="http://schemas.openxmlformats.org/drawingml/2006/main" noGrp="1"/>
          </p:cNvSpPr>
          <p:nvPr/>
        </p:nvSpPr>
        <p:spPr>
          <a:xfrm xmlns:a="http://schemas.openxmlformats.org/drawingml/2006/main">
            <a:off x="8778240" y="3913632"/>
            <a:ext cx="2331720" cy="21031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200" b="1">
                <a:solidFill>
                  <a:srgbClr val="102A43"/>
                </a:solidFill>
                <a:latin typeface="Aptos"/>
                <a:ea typeface="Aptos"/>
                <a:cs typeface="Aptos"/>
              </a:defRPr>
            </a:defPPr>
            <a:lvl1pPr algn="l">
              <a:defRPr sz="1200" b="1">
                <a:solidFill>
                  <a:srgbClr val="102A43"/>
                </a:solidFill>
                <a:latin typeface="Aptos"/>
                <a:ea typeface="Aptos"/>
                <a:cs typeface="Aptos"/>
              </a:defRPr>
            </a:lvl1pPr>
            <a:lvl2pPr algn="l">
              <a:defRPr sz="1200" b="1">
                <a:solidFill>
                  <a:srgbClr val="102A43"/>
                </a:solidFill>
                <a:latin typeface="Aptos"/>
                <a:ea typeface="Aptos"/>
                <a:cs typeface="Aptos"/>
              </a:defRPr>
            </a:lvl2pPr>
            <a:lvl3pPr algn="l">
              <a:defRPr sz="1200" b="1">
                <a:solidFill>
                  <a:srgbClr val="102A43"/>
                </a:solidFill>
                <a:latin typeface="Aptos"/>
                <a:ea typeface="Aptos"/>
                <a:cs typeface="Aptos"/>
              </a:defRPr>
            </a:lvl3pPr>
            <a:lvl4pPr algn="l">
              <a:defRPr sz="1200" b="1">
                <a:solidFill>
                  <a:srgbClr val="102A43"/>
                </a:solidFill>
                <a:latin typeface="Aptos"/>
                <a:ea typeface="Aptos"/>
                <a:cs typeface="Aptos"/>
              </a:defRPr>
            </a:lvl4pPr>
            <a:lvl5pPr algn="l">
              <a:defRPr sz="1200" b="1">
                <a:solidFill>
                  <a:srgbClr val="102A43"/>
                </a:solidFill>
                <a:latin typeface="Aptos"/>
                <a:ea typeface="Aptos"/>
                <a:cs typeface="Aptos"/>
              </a:defRPr>
            </a:lvl5pPr>
            <a:lvl6pPr algn="l">
              <a:defRPr sz="1200" b="1">
                <a:solidFill>
                  <a:srgbClr val="102A43"/>
                </a:solidFill>
                <a:latin typeface="Aptos"/>
                <a:ea typeface="Aptos"/>
                <a:cs typeface="Aptos"/>
              </a:defRPr>
            </a:lvl6pPr>
            <a:lvl7pPr algn="l">
              <a:defRPr sz="1200" b="1">
                <a:solidFill>
                  <a:srgbClr val="102A43"/>
                </a:solidFill>
                <a:latin typeface="Aptos"/>
                <a:ea typeface="Aptos"/>
                <a:cs typeface="Aptos"/>
              </a:defRPr>
            </a:lvl7pPr>
            <a:lvl8pPr algn="l">
              <a:defRPr sz="1200" b="1">
                <a:solidFill>
                  <a:srgbClr val="102A43"/>
                </a:solidFill>
                <a:latin typeface="Aptos"/>
                <a:ea typeface="Aptos"/>
                <a:cs typeface="Aptos"/>
              </a:defRPr>
            </a:lvl8pPr>
            <a:lvl9pPr algn="l">
              <a:defRPr sz="1200" b="1">
                <a:solidFill>
                  <a:srgbClr val="102A43"/>
                </a:solidFill>
                <a:latin typeface="Aptos"/>
                <a:ea typeface="Aptos"/>
                <a:cs typeface="Aptos"/>
              </a:defRPr>
            </a:lvl9pPr>
          </a:lstStyle>
          <a:p xmlns:a="http://schemas.openxmlformats.org/drawingml/2006/main">
            <a:pPr algn="l">
              <a:spcBef>
                <a:spcPts val="0"/>
              </a:spcBef>
              <a:spcAft>
                <a:spcPts val="0"/>
              </a:spcAft>
              <a:buNone/>
              <a:defRPr sz="1200" b="1">
                <a:solidFill>
                  <a:srgbClr val="102A43"/>
                </a:solidFill>
                <a:latin typeface="Aptos"/>
                <a:ea typeface="Aptos"/>
                <a:cs typeface="Aptos"/>
              </a:defRPr>
            </a:pPr>
            <a:r>
              <a:rPr sz="1200" b="1" i="0">
                <a:solidFill>
                  <a:srgbClr val="102A43"/>
                </a:solidFill>
                <a:latin typeface="Aptos"/>
                <a:ea typeface="Aptos"/>
                <a:cs typeface="Aptos"/>
              </a:rPr>
              <a:t>Dilewati</a:t>
            </a:r>
          </a:p>
        </p:txBody>
      </p:sp>
      <p:sp>
        <p:nvSpPr>
          <p:cNvPr id="45" name="TextBox 44">
            <a:extLst xmlns:a="http://schemas.openxmlformats.org/drawingml/2006/main">
              <a:ext uri="{FF2B5EF4-FFF2-40B4-BE49-F238E27FC236}">
                <a16:creationId xmlns:a16="http://schemas.microsoft.com/office/drawing/2014/main" id="{78E0C542-00E5-4168-AB6D-A3073090F88B}"/>
              </a:ext>
            </a:extLst>
          </p:cNvPr>
          <p:cNvSpPr>
            <a:spLocks xmlns:a="http://schemas.openxmlformats.org/drawingml/2006/main" noGrp="1"/>
          </p:cNvSpPr>
          <p:nvPr/>
        </p:nvSpPr>
        <p:spPr>
          <a:xfrm xmlns:a="http://schemas.openxmlformats.org/drawingml/2006/main">
            <a:off x="8778240" y="4187952"/>
            <a:ext cx="2331720" cy="18745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5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50">
                <a:solidFill>
                  <a:srgbClr val="617586"/>
                </a:solidFill>
                <a:latin typeface="Aptos"/>
                <a:ea typeface="Aptos"/>
                <a:cs typeface="Aptos"/>
              </a:defRPr>
            </a:pPr>
            <a:r>
              <a:rPr sz="1050" b="0" i="0">
                <a:solidFill>
                  <a:srgbClr val="617586"/>
                </a:solidFill>
                <a:latin typeface="Aptos"/>
                <a:ea typeface="Aptos"/>
                <a:cs typeface="Aptos"/>
              </a:rPr>
              <a:t>Gateway nyata opsional</a:t>
            </a:r>
          </a:p>
        </p:txBody>
      </p:sp>
      <p:sp>
        <p:nvSpPr>
          <p:cNvPr id="46" name="Rounded Rectangle 45">
            <a:extLst xmlns:a="http://schemas.openxmlformats.org/drawingml/2006/main">
              <a:ext uri="{FF2B5EF4-FFF2-40B4-BE49-F238E27FC236}">
                <a16:creationId xmlns:a16="http://schemas.microsoft.com/office/drawing/2014/main" id="{3E70B336-1FFD-45A5-9809-F94C2A8727E8}"/>
              </a:ext>
            </a:extLst>
          </p:cNvPr>
          <p:cNvSpPr>
            <a:spLocks xmlns:a="http://schemas.openxmlformats.org/drawingml/2006/main" noGrp="1"/>
          </p:cNvSpPr>
          <p:nvPr/>
        </p:nvSpPr>
        <p:spPr>
          <a:xfrm xmlns:a="http://schemas.openxmlformats.org/drawingml/2006/main">
            <a:off x="8001000" y="4800600"/>
            <a:ext cx="2240280" cy="292608"/>
          </a:xfrm>
          <a:prstGeom xmlns:a="http://schemas.openxmlformats.org/drawingml/2006/main" prst="roundRect">
            <a:avLst>
              <a:gd name="adj" fmla="val 19531"/>
            </a:avLst>
          </a:prstGeom>
          <a:solidFill xmlns:a="http://schemas.openxmlformats.org/drawingml/2006/main">
            <a:srgbClr val="EAF2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0"/>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7" name="TextBox 46">
            <a:extLst xmlns:a="http://schemas.openxmlformats.org/drawingml/2006/main">
              <a:ext uri="{FF2B5EF4-FFF2-40B4-BE49-F238E27FC236}">
                <a16:creationId xmlns:a16="http://schemas.microsoft.com/office/drawing/2014/main" id="{2B24AEE4-E357-4B73-979C-E751948284A3}"/>
              </a:ext>
            </a:extLst>
          </p:cNvPr>
          <p:cNvSpPr>
            <a:spLocks xmlns:a="http://schemas.openxmlformats.org/drawingml/2006/main" noGrp="1"/>
          </p:cNvSpPr>
          <p:nvPr/>
        </p:nvSpPr>
        <p:spPr>
          <a:xfrm xmlns:a="http://schemas.openxmlformats.org/drawingml/2006/main">
            <a:off x="8037575" y="4809744"/>
            <a:ext cx="2167128" cy="18745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ctr">
              <a:defRPr sz="1050" b="1">
                <a:solidFill>
                  <a:srgbClr val="3B82F6"/>
                </a:solidFill>
                <a:latin typeface="Aptos"/>
                <a:ea typeface="Aptos"/>
                <a:cs typeface="Aptos"/>
              </a:defRPr>
            </a:defPPr>
            <a:lvl1pPr algn="ctr">
              <a:buNone/>
              <a:defRPr sz="1080" b="1">
                <a:solidFill>
                  <a:srgbClr val="3B82F6"/>
                </a:solidFill>
                <a:latin typeface="Aptos"/>
                <a:ea typeface="Aptos"/>
                <a:cs typeface="Aptos"/>
              </a:defRPr>
            </a:lvl1pPr>
            <a:lvl2pPr algn="ctr">
              <a:buNone/>
              <a:defRPr sz="1080" b="1">
                <a:solidFill>
                  <a:srgbClr val="3B82F6"/>
                </a:solidFill>
                <a:latin typeface="Aptos"/>
                <a:ea typeface="Aptos"/>
                <a:cs typeface="Aptos"/>
              </a:defRPr>
            </a:lvl2pPr>
            <a:lvl3pPr algn="ctr">
              <a:buNone/>
              <a:defRPr sz="1080" b="1">
                <a:solidFill>
                  <a:srgbClr val="3B82F6"/>
                </a:solidFill>
                <a:latin typeface="Aptos"/>
                <a:ea typeface="Aptos"/>
                <a:cs typeface="Aptos"/>
              </a:defRPr>
            </a:lvl3pPr>
            <a:lvl4pPr algn="ctr">
              <a:buNone/>
              <a:defRPr sz="1080" b="1">
                <a:solidFill>
                  <a:srgbClr val="3B82F6"/>
                </a:solidFill>
                <a:latin typeface="Aptos"/>
                <a:ea typeface="Aptos"/>
                <a:cs typeface="Aptos"/>
              </a:defRPr>
            </a:lvl4pPr>
            <a:lvl5pPr algn="ctr">
              <a:buNone/>
              <a:defRPr sz="1080" b="1">
                <a:solidFill>
                  <a:srgbClr val="3B82F6"/>
                </a:solidFill>
                <a:latin typeface="Aptos"/>
                <a:ea typeface="Aptos"/>
                <a:cs typeface="Aptos"/>
              </a:defRPr>
            </a:lvl5pPr>
            <a:lvl6pPr algn="ctr">
              <a:buNone/>
              <a:defRPr sz="1080" b="1">
                <a:solidFill>
                  <a:srgbClr val="3B82F6"/>
                </a:solidFill>
                <a:latin typeface="Aptos"/>
                <a:ea typeface="Aptos"/>
                <a:cs typeface="Aptos"/>
              </a:defRPr>
            </a:lvl6pPr>
            <a:lvl7pPr algn="ctr">
              <a:buNone/>
              <a:defRPr sz="1080" b="1">
                <a:solidFill>
                  <a:srgbClr val="3B82F6"/>
                </a:solidFill>
                <a:latin typeface="Aptos"/>
                <a:ea typeface="Aptos"/>
                <a:cs typeface="Aptos"/>
              </a:defRPr>
            </a:lvl7pPr>
            <a:lvl8pPr algn="ctr">
              <a:buNone/>
              <a:defRPr sz="1080" b="1">
                <a:solidFill>
                  <a:srgbClr val="3B82F6"/>
                </a:solidFill>
                <a:latin typeface="Aptos"/>
                <a:ea typeface="Aptos"/>
                <a:cs typeface="Aptos"/>
              </a:defRPr>
            </a:lvl8pPr>
            <a:lvl9pPr algn="ctr">
              <a:buNone/>
              <a:defRPr sz="1080" b="1">
                <a:solidFill>
                  <a:srgbClr val="3B82F6"/>
                </a:solidFill>
                <a:latin typeface="Aptos"/>
                <a:ea typeface="Aptos"/>
                <a:cs typeface="Aptos"/>
              </a:defRPr>
            </a:lvl9pPr>
          </a:lstStyle>
          <a:p xmlns:a="http://schemas.openxmlformats.org/drawingml/2006/main">
            <a:pPr algn="ctr">
              <a:spcBef>
                <a:spcPts val="0"/>
              </a:spcBef>
              <a:spcAft>
                <a:spcPts val="0"/>
              </a:spcAft>
              <a:buNone/>
              <a:defRPr sz="1050" b="1">
                <a:solidFill>
                  <a:srgbClr val="3B82F6"/>
                </a:solidFill>
                <a:latin typeface="Aptos"/>
                <a:ea typeface="Aptos"/>
                <a:cs typeface="Aptos"/>
              </a:defRPr>
            </a:pPr>
            <a:r>
              <a:rPr sz="1050" b="1" i="0">
                <a:solidFill>
                  <a:srgbClr val="3B82F6"/>
                </a:solidFill>
                <a:latin typeface="Aptos"/>
                <a:ea typeface="Aptos"/>
                <a:cs typeface="Aptos"/>
              </a:rPr>
              <a:t>17 OKTOBER 2026</a:t>
            </a:r>
          </a:p>
        </p:txBody>
      </p:sp>
      <p:sp>
        <p:nvSpPr>
          <p:cNvPr id="48" name="Rounded Rectangle 47">
            <a:extLst xmlns:a="http://schemas.openxmlformats.org/drawingml/2006/main">
              <a:ext uri="{FF2B5EF4-FFF2-40B4-BE49-F238E27FC236}">
                <a16:creationId xmlns:a16="http://schemas.microsoft.com/office/drawing/2014/main" id="{26726C39-C858-4888-BCD1-23396FDA0EC7}"/>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Rectangle 48">
            <a:extLst xmlns:a="http://schemas.openxmlformats.org/drawingml/2006/main">
              <a:ext uri="{FF2B5EF4-FFF2-40B4-BE49-F238E27FC236}">
                <a16:creationId xmlns:a16="http://schemas.microsoft.com/office/drawing/2014/main" id="{F6CC0C59-C64F-4AAA-845E-9F35C8AA123B}"/>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0" name="TextBox 49">
            <a:extLst xmlns:a="http://schemas.openxmlformats.org/drawingml/2006/main">
              <a:ext uri="{FF2B5EF4-FFF2-40B4-BE49-F238E27FC236}">
                <a16:creationId xmlns:a16="http://schemas.microsoft.com/office/drawing/2014/main" id="{7DA27667-6D31-49AB-B323-A8448EAF9883}"/>
              </a:ext>
            </a:extLst>
          </p:cNvPr>
          <p:cNvSpPr>
            <a:spLocks xmlns:a="http://schemas.openxmlformats.org/drawingml/2006/main" noGrp="1"/>
          </p:cNvSpPr>
          <p:nvPr/>
        </p:nvSpPr>
        <p:spPr>
          <a:xfrm xmlns:a="http://schemas.openxmlformats.org/drawingml/2006/main">
            <a:off x="859536" y="5334000"/>
            <a:ext cx="10382250" cy="2560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Pengujian 17 Oktober 2026: 176 test lulus dan 1 dilewati. Suite memakai PostgreSQL serta simulasi HTTP Qdrant.</a:t>
            </a:r>
          </a:p>
        </p:txBody>
      </p:sp>
      <p:sp>
        <p:nvSpPr>
          <p:cNvPr id="51" name="TextBox 50">
            <a:extLst xmlns:a="http://schemas.openxmlformats.org/drawingml/2006/main">
              <a:ext uri="{FF2B5EF4-FFF2-40B4-BE49-F238E27FC236}">
                <a16:creationId xmlns:a16="http://schemas.microsoft.com/office/drawing/2014/main" id="{FF063B8F-D8CC-4C21-9B2A-DE0CF5D3CD0A}"/>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177 test total, 1.035 assertion. Build dan layanan Docker lulus pemeriksaan awal. Akurasi ilmiah hasil AI belum dievaluasi.</a:t>
            </a:r>
          </a:p>
        </p:txBody>
      </p:sp>
      <p:sp>
        <p:nvSpPr>
          <p:cNvPr id="52" name="Connector 51">
            <a:extLst xmlns:a="http://schemas.openxmlformats.org/drawingml/2006/main">
              <a:ext uri="{FF2B5EF4-FFF2-40B4-BE49-F238E27FC236}">
                <a16:creationId xmlns:a16="http://schemas.microsoft.com/office/drawing/2014/main" id="{49385B91-9EB9-42DC-92CF-76EB504036B1}"/>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3" name="TextBox 52">
            <a:extLst xmlns:a="http://schemas.openxmlformats.org/drawingml/2006/main">
              <a:ext uri="{FF2B5EF4-FFF2-40B4-BE49-F238E27FC236}">
                <a16:creationId xmlns:a16="http://schemas.microsoft.com/office/drawing/2014/main" id="{EC79ABA3-382A-48F1-87AB-CE13F7C13178}"/>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54" name="TextBox 53">
            <a:extLst xmlns:a="http://schemas.openxmlformats.org/drawingml/2006/main">
              <a:ext uri="{FF2B5EF4-FFF2-40B4-BE49-F238E27FC236}">
                <a16:creationId xmlns:a16="http://schemas.microsoft.com/office/drawing/2014/main" id="{D8186F34-147E-4693-952A-D580A601E1F2}"/>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14 / 15</a:t>
            </a:r>
          </a:p>
        </p:txBody>
      </p:sp>
      <p:graphicFrame>
        <p:nvGraphicFramePr>
          <p:cNvPr id="55" name="Chart">
            <a:extLst xmlns:a="http://schemas.openxmlformats.org/drawingml/2006/main">
              <a:ext uri="{FF2B5EF4-FFF2-40B4-BE49-F238E27FC236}">
                <a16:creationId xmlns:a16="http://schemas.microsoft.com/office/drawing/2014/main" id="{FE3AE5AF-C86A-4021-9C9F-3BB70CF055D9}"/>
              </a:ext>
            </a:extLst>
          </p:cNvPr>
          <p:cNvGraphicFramePr/>
          <p:nvPr/>
        </p:nvGraphicFramePr>
        <p:xfrm>
          <a:off xmlns:a="http://schemas.openxmlformats.org/drawingml/2006/main" x="1000125" y="1971675"/>
          <a:ext xmlns:a="http://schemas.openxmlformats.org/drawingml/2006/main" cx="5381625" cy="3009900"/>
        </p:xfrm>
        <a:graphic xmlns:a="http://schemas.openxmlformats.org/drawingml/2006/main">
          <a:graphicData uri="http://schemas.openxmlformats.org/drawingml/2006/chart">
            <c:chart xmlns:r="http://schemas.openxmlformats.org/officeDocument/2006/relationships" xmlns:c="http://schemas.openxmlformats.org/drawingml/2006/chart" r:id="R1deb410621c148b0"/>
          </a:graphicData>
        </a:graphic>
      </p:graphicFrame>
    </p:spTree>
    <p:extLst>
      <p:ext uri="{BB962C8B-B14F-4D97-AF65-F5344CB8AC3E}">
        <p14:creationId xmlns:p14="http://schemas.microsoft.com/office/powerpoint/2010/main" val="1560426380"/>
      </p:ext>
    </p:extLst>
  </p:cSld>
</p:sld>
</file>

<file path=ppt/slides/slide1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902B8CA-9AD7-40AF-910E-5F604565741F}"/>
              </a:ext>
            </a:extLst>
          </p:cNvPr>
          <p:cNvSpPr>
            <a:spLocks xmlns:a="http://schemas.openxmlformats.org/drawingml/2006/main" noGrp="1"/>
          </p:cNvSpPr>
          <p:nvPr/>
        </p:nvSpPr>
        <p:spPr>
          <a:xfrm xmlns:a="http://schemas.openxmlformats.org/drawingml/2006/main">
            <a:off x="658368" y="256032"/>
            <a:ext cx="20116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80">
                <a:solidFill>
                  <a:srgbClr val="08776F"/>
                </a:solidFill>
                <a:latin typeface="Aptos"/>
                <a:ea typeface="Aptos"/>
                <a:cs typeface="Aptos"/>
              </a:rPr>
              <a:t>RESEARCHMATE AI</a:t>
            </a:r>
          </a:p>
        </p:txBody>
      </p:sp>
      <p:sp>
        <p:nvSpPr>
          <p:cNvPr id="3" name="TextBox 2">
            <a:extLst xmlns:a="http://schemas.openxmlformats.org/drawingml/2006/main">
              <a:ext uri="{FF2B5EF4-FFF2-40B4-BE49-F238E27FC236}">
                <a16:creationId xmlns:a16="http://schemas.microsoft.com/office/drawing/2014/main" id="{69B3EEB7-AF99-4AD8-9CA8-67EF90332BCD}"/>
              </a:ext>
            </a:extLst>
          </p:cNvPr>
          <p:cNvSpPr>
            <a:spLocks xmlns:a="http://schemas.openxmlformats.org/drawingml/2006/main" noGrp="1"/>
          </p:cNvSpPr>
          <p:nvPr/>
        </p:nvSpPr>
        <p:spPr>
          <a:xfrm xmlns:a="http://schemas.openxmlformats.org/drawingml/2006/main">
            <a:off x="8412480" y="256032"/>
            <a:ext cx="310896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r">
              <a:spcBef>
                <a:spcPts val="0"/>
              </a:spcBef>
              <a:spcAft>
                <a:spcPts val="0"/>
              </a:spcAft>
              <a:buNone/>
            </a:pPr>
            <a:r>
              <a:rPr sz="900" b="1" i="0" spc="50">
                <a:solidFill>
                  <a:srgbClr val="617586"/>
                </a:solidFill>
                <a:latin typeface="Aptos"/>
                <a:ea typeface="Aptos"/>
                <a:cs typeface="Aptos"/>
              </a:rPr>
              <a:t>DEMO &amp; PENGEMBANGAN</a:t>
            </a:r>
          </a:p>
        </p:txBody>
      </p:sp>
      <p:sp>
        <p:nvSpPr>
          <p:cNvPr id="4" name="TextBox 3">
            <a:extLst xmlns:a="http://schemas.openxmlformats.org/drawingml/2006/main">
              <a:ext uri="{FF2B5EF4-FFF2-40B4-BE49-F238E27FC236}">
                <a16:creationId xmlns:a16="http://schemas.microsoft.com/office/drawing/2014/main" id="{403A2A56-C944-428F-9E12-3348C245D620}"/>
              </a:ext>
            </a:extLst>
          </p:cNvPr>
          <p:cNvSpPr>
            <a:spLocks xmlns:a="http://schemas.openxmlformats.org/drawingml/2006/main" noGrp="1"/>
          </p:cNvSpPr>
          <p:nvPr/>
        </p:nvSpPr>
        <p:spPr>
          <a:xfrm xmlns:a="http://schemas.openxmlformats.org/drawingml/2006/main">
            <a:off x="658368" y="512064"/>
            <a:ext cx="10881360" cy="4389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2700" b="1">
                <a:solidFill>
                  <a:srgbClr val="102A43"/>
                </a:solidFill>
                <a:latin typeface="Aptos"/>
                <a:ea typeface="Aptos"/>
                <a:cs typeface="Aptos"/>
              </a:defRPr>
            </a:defPPr>
            <a:lvl1pPr algn="l">
              <a:buNone/>
              <a:defRPr sz="2700" b="1">
                <a:solidFill>
                  <a:srgbClr val="102A43"/>
                </a:solidFill>
                <a:latin typeface="Aptos"/>
                <a:ea typeface="Aptos"/>
                <a:cs typeface="Aptos"/>
              </a:defRPr>
            </a:lvl1pPr>
            <a:lvl2pPr algn="l">
              <a:buNone/>
              <a:defRPr sz="2700" b="1">
                <a:solidFill>
                  <a:srgbClr val="102A43"/>
                </a:solidFill>
                <a:latin typeface="Aptos"/>
                <a:ea typeface="Aptos"/>
                <a:cs typeface="Aptos"/>
              </a:defRPr>
            </a:lvl2pPr>
            <a:lvl3pPr algn="l">
              <a:buNone/>
              <a:defRPr sz="2700" b="1">
                <a:solidFill>
                  <a:srgbClr val="102A43"/>
                </a:solidFill>
                <a:latin typeface="Aptos"/>
                <a:ea typeface="Aptos"/>
                <a:cs typeface="Aptos"/>
              </a:defRPr>
            </a:lvl3pPr>
            <a:lvl4pPr algn="l">
              <a:buNone/>
              <a:defRPr sz="2700" b="1">
                <a:solidFill>
                  <a:srgbClr val="102A43"/>
                </a:solidFill>
                <a:latin typeface="Aptos"/>
                <a:ea typeface="Aptos"/>
                <a:cs typeface="Aptos"/>
              </a:defRPr>
            </a:lvl4pPr>
            <a:lvl5pPr algn="l">
              <a:buNone/>
              <a:defRPr sz="2700" b="1">
                <a:solidFill>
                  <a:srgbClr val="102A43"/>
                </a:solidFill>
                <a:latin typeface="Aptos"/>
                <a:ea typeface="Aptos"/>
                <a:cs typeface="Aptos"/>
              </a:defRPr>
            </a:lvl5pPr>
            <a:lvl6pPr algn="l">
              <a:buNone/>
              <a:defRPr sz="2700" b="1">
                <a:solidFill>
                  <a:srgbClr val="102A43"/>
                </a:solidFill>
                <a:latin typeface="Aptos"/>
                <a:ea typeface="Aptos"/>
                <a:cs typeface="Aptos"/>
              </a:defRPr>
            </a:lvl6pPr>
            <a:lvl7pPr algn="l">
              <a:buNone/>
              <a:defRPr sz="2700" b="1">
                <a:solidFill>
                  <a:srgbClr val="102A43"/>
                </a:solidFill>
                <a:latin typeface="Aptos"/>
                <a:ea typeface="Aptos"/>
                <a:cs typeface="Aptos"/>
              </a:defRPr>
            </a:lvl7pPr>
            <a:lvl8pPr algn="l">
              <a:buNone/>
              <a:defRPr sz="2700" b="1">
                <a:solidFill>
                  <a:srgbClr val="102A43"/>
                </a:solidFill>
                <a:latin typeface="Aptos"/>
                <a:ea typeface="Aptos"/>
                <a:cs typeface="Aptos"/>
              </a:defRPr>
            </a:lvl8pPr>
            <a:lvl9pPr algn="l">
              <a:buNone/>
              <a:defRPr sz="2700" b="1">
                <a:solidFill>
                  <a:srgbClr val="102A43"/>
                </a:solidFill>
                <a:latin typeface="Aptos"/>
                <a:ea typeface="Aptos"/>
                <a:cs typeface="Aptos"/>
              </a:defRPr>
            </a:lvl9pPr>
          </a:lstStyle>
          <a:p xmlns:a="http://schemas.openxmlformats.org/drawingml/2006/main">
            <a:pPr algn="l">
              <a:spcBef>
                <a:spcPts val="0"/>
              </a:spcBef>
              <a:spcAft>
                <a:spcPts val="0"/>
              </a:spcAft>
              <a:buNone/>
              <a:defRPr sz="2700" b="1">
                <a:solidFill>
                  <a:srgbClr val="102A43"/>
                </a:solidFill>
                <a:latin typeface="Aptos"/>
                <a:ea typeface="Aptos"/>
                <a:cs typeface="Aptos"/>
              </a:defRPr>
            </a:pPr>
            <a:r>
              <a:rPr sz="2700" b="1" i="0">
                <a:solidFill>
                  <a:srgbClr val="102A43"/>
                </a:solidFill>
                <a:latin typeface="Aptos"/>
                <a:ea typeface="Aptos"/>
                <a:cs typeface="Aptos"/>
              </a:rPr>
              <a:t>Batas dan panduan demo</a:t>
            </a:r>
          </a:p>
        </p:txBody>
      </p:sp>
      <p:sp>
        <p:nvSpPr>
          <p:cNvPr id="5" name="Rectangle 4">
            <a:extLst xmlns:a="http://schemas.openxmlformats.org/drawingml/2006/main">
              <a:ext uri="{FF2B5EF4-FFF2-40B4-BE49-F238E27FC236}">
                <a16:creationId xmlns:a16="http://schemas.microsoft.com/office/drawing/2014/main" id="{ECBD0459-829D-419D-AB93-8CEAB63AC8D2}"/>
              </a:ext>
            </a:extLst>
          </p:cNvPr>
          <p:cNvSpPr>
            <a:spLocks xmlns:a="http://schemas.openxmlformats.org/drawingml/2006/main" noGrp="1"/>
          </p:cNvSpPr>
          <p:nvPr/>
        </p:nvSpPr>
        <p:spPr>
          <a:xfrm xmlns:a="http://schemas.openxmlformats.org/drawingml/2006/main">
            <a:off x="658368" y="1124712"/>
            <a:ext cx="658368" cy="5029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Connector 5">
            <a:extLst xmlns:a="http://schemas.openxmlformats.org/drawingml/2006/main">
              <a:ext uri="{FF2B5EF4-FFF2-40B4-BE49-F238E27FC236}">
                <a16:creationId xmlns:a16="http://schemas.microsoft.com/office/drawing/2014/main" id="{B4508875-07DC-41AC-AB8A-F5A89CF5A9A9}"/>
              </a:ext>
            </a:extLst>
          </p:cNvPr>
          <p:cNvSpPr>
            <a:spLocks xmlns:a="http://schemas.openxmlformats.org/drawingml/2006/main" noGrp="1"/>
          </p:cNvSpPr>
          <p:nvPr/>
        </p:nvSpPr>
        <p:spPr>
          <a:xfrm xmlns:a="http://schemas.openxmlformats.org/drawingml/2006/main">
            <a:off x="1417320" y="1147572"/>
            <a:ext cx="10122408"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B35EAE72-FF60-4760-942E-A6C4ABB41F15}"/>
              </a:ext>
            </a:extLst>
          </p:cNvPr>
          <p:cNvSpPr>
            <a:spLocks xmlns:a="http://schemas.openxmlformats.org/drawingml/2006/main" noGrp="1"/>
          </p:cNvSpPr>
          <p:nvPr/>
        </p:nvSpPr>
        <p:spPr>
          <a:xfrm xmlns:a="http://schemas.openxmlformats.org/drawingml/2006/main">
            <a:off x="749808" y="1371600"/>
            <a:ext cx="4754880"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p xmlns:a="http://schemas.openxmlformats.org/drawingml/2006/main">
            <a:pPr algn="l">
              <a:spcBef>
                <a:spcPts val="0"/>
              </a:spcBef>
              <a:spcAft>
                <a:spcPts val="0"/>
              </a:spcAft>
              <a:buNone/>
            </a:pPr>
            <a:r>
              <a:rPr sz="950" b="1" i="0" spc="45">
                <a:solidFill>
                  <a:srgbClr val="08776F"/>
                </a:solidFill>
                <a:latin typeface="Aptos"/>
                <a:ea typeface="Aptos"/>
                <a:cs typeface="Aptos"/>
              </a:rPr>
              <a:t>HAL YANG PERLU DIKETAHUI</a:t>
            </a:r>
          </a:p>
        </p:txBody>
      </p:sp>
      <p:sp>
        <p:nvSpPr>
          <p:cNvPr id="8" name="Rounded Rectangle 7">
            <a:extLst xmlns:a="http://schemas.openxmlformats.org/drawingml/2006/main">
              <a:ext uri="{FF2B5EF4-FFF2-40B4-BE49-F238E27FC236}">
                <a16:creationId xmlns:a16="http://schemas.microsoft.com/office/drawing/2014/main" id="{A194933D-6F94-4B96-99F0-9C585ACC5AF0}"/>
              </a:ext>
            </a:extLst>
          </p:cNvPr>
          <p:cNvSpPr>
            <a:spLocks xmlns:a="http://schemas.openxmlformats.org/drawingml/2006/main" noGrp="1"/>
          </p:cNvSpPr>
          <p:nvPr/>
        </p:nvSpPr>
        <p:spPr>
          <a:xfrm xmlns:a="http://schemas.openxmlformats.org/drawingml/2006/main">
            <a:off x="731520" y="1737360"/>
            <a:ext cx="2514600" cy="1188720"/>
          </a:xfrm>
          <a:prstGeom xmlns:a="http://schemas.openxmlformats.org/drawingml/2006/main" prst="roundRect">
            <a:avLst>
              <a:gd name="adj" fmla="val 961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Oval 8">
            <a:extLst xmlns:a="http://schemas.openxmlformats.org/drawingml/2006/main">
              <a:ext uri="{FF2B5EF4-FFF2-40B4-BE49-F238E27FC236}">
                <a16:creationId xmlns:a16="http://schemas.microsoft.com/office/drawing/2014/main" id="{785D2124-2F97-4BD7-97E2-AA74AD456B6F}"/>
              </a:ext>
            </a:extLst>
          </p:cNvPr>
          <p:cNvSpPr>
            <a:spLocks xmlns:a="http://schemas.openxmlformats.org/drawingml/2006/main" noGrp="1"/>
          </p:cNvSpPr>
          <p:nvPr/>
        </p:nvSpPr>
        <p:spPr>
          <a:xfrm xmlns:a="http://schemas.openxmlformats.org/drawingml/2006/main">
            <a:off x="896112" y="1938528"/>
            <a:ext cx="438912" cy="438912"/>
          </a:xfrm>
          <a:prstGeom xmlns:a="http://schemas.openxmlformats.org/drawingml/2006/main" prst="ellipse">
            <a:avLst/>
          </a:prstGeom>
          <a:solidFill xmlns:a="http://schemas.openxmlformats.org/drawingml/2006/main">
            <a:srgbClr val="FFF0E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C1003ADC-6AA6-4355-9D48-6D6F79A5E24E}"/>
              </a:ext>
            </a:extLst>
          </p:cNvPr>
          <p:cNvSpPr>
            <a:spLocks xmlns:a="http://schemas.openxmlformats.org/drawingml/2006/main" noGrp="1"/>
          </p:cNvSpPr>
          <p:nvPr/>
        </p:nvSpPr>
        <p:spPr>
          <a:xfrm xmlns:a="http://schemas.openxmlformats.org/drawingml/2006/main">
            <a:off x="896112" y="193852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400" b="1" i="0">
                <a:solidFill>
                  <a:srgbClr val="E58C64"/>
                </a:solidFill>
                <a:latin typeface="Aptos"/>
                <a:ea typeface="Aptos"/>
                <a:cs typeface="Aptos"/>
              </a:rPr>
              <a:t>!</a:t>
            </a:r>
          </a:p>
        </p:txBody>
      </p:sp>
      <p:sp>
        <p:nvSpPr>
          <p:cNvPr id="11" name="TextBox 10">
            <a:extLst xmlns:a="http://schemas.openxmlformats.org/drawingml/2006/main">
              <a:ext uri="{FF2B5EF4-FFF2-40B4-BE49-F238E27FC236}">
                <a16:creationId xmlns:a16="http://schemas.microsoft.com/office/drawing/2014/main" id="{9E41C1F1-95CE-411B-BF63-53F315E7C48A}"/>
              </a:ext>
            </a:extLst>
          </p:cNvPr>
          <p:cNvSpPr>
            <a:spLocks xmlns:a="http://schemas.openxmlformats.org/drawingml/2006/main" noGrp="1"/>
          </p:cNvSpPr>
          <p:nvPr/>
        </p:nvSpPr>
        <p:spPr>
          <a:xfrm xmlns:a="http://schemas.openxmlformats.org/drawingml/2006/main">
            <a:off x="1481328" y="1892807"/>
            <a:ext cx="1554480" cy="29260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OCR</a:t>
            </a:r>
          </a:p>
        </p:txBody>
      </p:sp>
      <p:sp>
        <p:nvSpPr>
          <p:cNvPr id="12" name="TextBox 11">
            <a:extLst xmlns:a="http://schemas.openxmlformats.org/drawingml/2006/main">
              <a:ext uri="{FF2B5EF4-FFF2-40B4-BE49-F238E27FC236}">
                <a16:creationId xmlns:a16="http://schemas.microsoft.com/office/drawing/2014/main" id="{BE9F3CFD-03CB-4E9E-A0D0-0CB3742DF4EE}"/>
              </a:ext>
            </a:extLst>
          </p:cNvPr>
          <p:cNvSpPr>
            <a:spLocks xmlns:a="http://schemas.openxmlformats.org/drawingml/2006/main" noGrp="1"/>
          </p:cNvSpPr>
          <p:nvPr/>
        </p:nvSpPr>
        <p:spPr>
          <a:xfrm xmlns:a="http://schemas.openxmlformats.org/drawingml/2006/main">
            <a:off x="1481328" y="2212848"/>
            <a:ext cx="155448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PDF pindai perlu OCR</a:t>
            </a:r>
          </a:p>
        </p:txBody>
      </p:sp>
      <p:sp>
        <p:nvSpPr>
          <p:cNvPr id="13" name="Rounded Rectangle 12">
            <a:extLst xmlns:a="http://schemas.openxmlformats.org/drawingml/2006/main">
              <a:ext uri="{FF2B5EF4-FFF2-40B4-BE49-F238E27FC236}">
                <a16:creationId xmlns:a16="http://schemas.microsoft.com/office/drawing/2014/main" id="{0D9837CF-C4AE-419F-B550-D847C7B1A330}"/>
              </a:ext>
            </a:extLst>
          </p:cNvPr>
          <p:cNvSpPr>
            <a:spLocks xmlns:a="http://schemas.openxmlformats.org/drawingml/2006/main" noGrp="1"/>
          </p:cNvSpPr>
          <p:nvPr/>
        </p:nvSpPr>
        <p:spPr>
          <a:xfrm xmlns:a="http://schemas.openxmlformats.org/drawingml/2006/main">
            <a:off x="3474720" y="1737360"/>
            <a:ext cx="2514600" cy="1188720"/>
          </a:xfrm>
          <a:prstGeom xmlns:a="http://schemas.openxmlformats.org/drawingml/2006/main" prst="roundRect">
            <a:avLst>
              <a:gd name="adj" fmla="val 961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Oval 13">
            <a:extLst xmlns:a="http://schemas.openxmlformats.org/drawingml/2006/main">
              <a:ext uri="{FF2B5EF4-FFF2-40B4-BE49-F238E27FC236}">
                <a16:creationId xmlns:a16="http://schemas.microsoft.com/office/drawing/2014/main" id="{AEB825A5-1AEF-4A9C-8FC2-A90BC31B30F7}"/>
              </a:ext>
            </a:extLst>
          </p:cNvPr>
          <p:cNvSpPr>
            <a:spLocks xmlns:a="http://schemas.openxmlformats.org/drawingml/2006/main" noGrp="1"/>
          </p:cNvSpPr>
          <p:nvPr/>
        </p:nvSpPr>
        <p:spPr>
          <a:xfrm xmlns:a="http://schemas.openxmlformats.org/drawingml/2006/main">
            <a:off x="3639312" y="1938528"/>
            <a:ext cx="438912" cy="438912"/>
          </a:xfrm>
          <a:prstGeom xmlns:a="http://schemas.openxmlformats.org/drawingml/2006/main" prst="ellipse">
            <a:avLst/>
          </a:prstGeom>
          <a:solidFill xmlns:a="http://schemas.openxmlformats.org/drawingml/2006/main">
            <a:srgbClr val="EAF2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469D653B-F375-4F10-98E6-56B774F1EF0F}"/>
              </a:ext>
            </a:extLst>
          </p:cNvPr>
          <p:cNvSpPr>
            <a:spLocks xmlns:a="http://schemas.openxmlformats.org/drawingml/2006/main" noGrp="1"/>
          </p:cNvSpPr>
          <p:nvPr/>
        </p:nvSpPr>
        <p:spPr>
          <a:xfrm xmlns:a="http://schemas.openxmlformats.org/drawingml/2006/main">
            <a:off x="3639312" y="193852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400" b="1" i="0">
                <a:solidFill>
                  <a:srgbClr val="3B82F6"/>
                </a:solidFill>
                <a:latin typeface="Aptos"/>
                <a:ea typeface="Aptos"/>
                <a:cs typeface="Aptos"/>
              </a:rPr>
              <a:t>↗</a:t>
            </a:r>
          </a:p>
        </p:txBody>
      </p:sp>
      <p:sp>
        <p:nvSpPr>
          <p:cNvPr id="16" name="TextBox 15">
            <a:extLst xmlns:a="http://schemas.openxmlformats.org/drawingml/2006/main">
              <a:ext uri="{FF2B5EF4-FFF2-40B4-BE49-F238E27FC236}">
                <a16:creationId xmlns:a16="http://schemas.microsoft.com/office/drawing/2014/main" id="{98025D5F-714C-4DC7-A857-B0ED8329A04F}"/>
              </a:ext>
            </a:extLst>
          </p:cNvPr>
          <p:cNvSpPr>
            <a:spLocks xmlns:a="http://schemas.openxmlformats.org/drawingml/2006/main" noGrp="1"/>
          </p:cNvSpPr>
          <p:nvPr/>
        </p:nvSpPr>
        <p:spPr>
          <a:xfrm xmlns:a="http://schemas.openxmlformats.org/drawingml/2006/main">
            <a:off x="4224528" y="1892807"/>
            <a:ext cx="1554480" cy="29260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Internet</a:t>
            </a:r>
          </a:p>
        </p:txBody>
      </p:sp>
      <p:sp>
        <p:nvSpPr>
          <p:cNvPr id="17" name="TextBox 16">
            <a:extLst xmlns:a="http://schemas.openxmlformats.org/drawingml/2006/main">
              <a:ext uri="{FF2B5EF4-FFF2-40B4-BE49-F238E27FC236}">
                <a16:creationId xmlns:a16="http://schemas.microsoft.com/office/drawing/2014/main" id="{04F5E7D7-F6CB-41EB-930B-D14BE4F5DD4B}"/>
              </a:ext>
            </a:extLst>
          </p:cNvPr>
          <p:cNvSpPr>
            <a:spLocks xmlns:a="http://schemas.openxmlformats.org/drawingml/2006/main" noGrp="1"/>
          </p:cNvSpPr>
          <p:nvPr/>
        </p:nvSpPr>
        <p:spPr>
          <a:xfrm xmlns:a="http://schemas.openxmlformats.org/drawingml/2006/main">
            <a:off x="4224528" y="2212848"/>
            <a:ext cx="155448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Token dan kuota gateway</a:t>
            </a:r>
          </a:p>
        </p:txBody>
      </p:sp>
      <p:sp>
        <p:nvSpPr>
          <p:cNvPr id="18" name="Rounded Rectangle 17">
            <a:extLst xmlns:a="http://schemas.openxmlformats.org/drawingml/2006/main">
              <a:ext uri="{FF2B5EF4-FFF2-40B4-BE49-F238E27FC236}">
                <a16:creationId xmlns:a16="http://schemas.microsoft.com/office/drawing/2014/main" id="{A689A675-48C5-4A61-A093-FC46E0683457}"/>
              </a:ext>
            </a:extLst>
          </p:cNvPr>
          <p:cNvSpPr>
            <a:spLocks xmlns:a="http://schemas.openxmlformats.org/drawingml/2006/main" noGrp="1"/>
          </p:cNvSpPr>
          <p:nvPr/>
        </p:nvSpPr>
        <p:spPr>
          <a:xfrm xmlns:a="http://schemas.openxmlformats.org/drawingml/2006/main">
            <a:off x="6217920" y="1737360"/>
            <a:ext cx="2514600" cy="1188720"/>
          </a:xfrm>
          <a:prstGeom xmlns:a="http://schemas.openxmlformats.org/drawingml/2006/main" prst="roundRect">
            <a:avLst>
              <a:gd name="adj" fmla="val 961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Oval 18">
            <a:extLst xmlns:a="http://schemas.openxmlformats.org/drawingml/2006/main">
              <a:ext uri="{FF2B5EF4-FFF2-40B4-BE49-F238E27FC236}">
                <a16:creationId xmlns:a16="http://schemas.microsoft.com/office/drawing/2014/main" id="{6F2CCB7D-E17A-47FD-860D-D6AB51D0D75A}"/>
              </a:ext>
            </a:extLst>
          </p:cNvPr>
          <p:cNvSpPr>
            <a:spLocks xmlns:a="http://schemas.openxmlformats.org/drawingml/2006/main" noGrp="1"/>
          </p:cNvSpPr>
          <p:nvPr/>
        </p:nvSpPr>
        <p:spPr>
          <a:xfrm xmlns:a="http://schemas.openxmlformats.org/drawingml/2006/main">
            <a:off x="6382512" y="1938528"/>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1773F4A7-02E9-4854-9CB1-E60563371347}"/>
              </a:ext>
            </a:extLst>
          </p:cNvPr>
          <p:cNvSpPr>
            <a:spLocks xmlns:a="http://schemas.openxmlformats.org/drawingml/2006/main" noGrp="1"/>
          </p:cNvSpPr>
          <p:nvPr/>
        </p:nvSpPr>
        <p:spPr>
          <a:xfrm xmlns:a="http://schemas.openxmlformats.org/drawingml/2006/main">
            <a:off x="6382512" y="193852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400" b="1" i="0">
                <a:solidFill>
                  <a:srgbClr val="08776F"/>
                </a:solidFill>
                <a:latin typeface="Aptos"/>
                <a:ea typeface="Aptos"/>
                <a:cs typeface="Aptos"/>
              </a:rPr>
              <a:t>✓</a:t>
            </a:r>
          </a:p>
        </p:txBody>
      </p:sp>
      <p:sp>
        <p:nvSpPr>
          <p:cNvPr id="21" name="TextBox 20">
            <a:extLst xmlns:a="http://schemas.openxmlformats.org/drawingml/2006/main">
              <a:ext uri="{FF2B5EF4-FFF2-40B4-BE49-F238E27FC236}">
                <a16:creationId xmlns:a16="http://schemas.microsoft.com/office/drawing/2014/main" id="{DD004810-2B14-4145-9967-C1F0B6EA2BFB}"/>
              </a:ext>
            </a:extLst>
          </p:cNvPr>
          <p:cNvSpPr>
            <a:spLocks xmlns:a="http://schemas.openxmlformats.org/drawingml/2006/main" noGrp="1"/>
          </p:cNvSpPr>
          <p:nvPr/>
        </p:nvSpPr>
        <p:spPr>
          <a:xfrm xmlns:a="http://schemas.openxmlformats.org/drawingml/2006/main">
            <a:off x="6967728" y="1892807"/>
            <a:ext cx="1554480" cy="29260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Tinjauan manusia</a:t>
            </a:r>
          </a:p>
        </p:txBody>
      </p:sp>
      <p:sp>
        <p:nvSpPr>
          <p:cNvPr id="22" name="TextBox 21">
            <a:extLst xmlns:a="http://schemas.openxmlformats.org/drawingml/2006/main">
              <a:ext uri="{FF2B5EF4-FFF2-40B4-BE49-F238E27FC236}">
                <a16:creationId xmlns:a16="http://schemas.microsoft.com/office/drawing/2014/main" id="{19D8A10B-FD12-48F9-B4EC-1686E39FDB8D}"/>
              </a:ext>
            </a:extLst>
          </p:cNvPr>
          <p:cNvSpPr>
            <a:spLocks xmlns:a="http://schemas.openxmlformats.org/drawingml/2006/main" noGrp="1"/>
          </p:cNvSpPr>
          <p:nvPr/>
        </p:nvSpPr>
        <p:spPr>
          <a:xfrm xmlns:a="http://schemas.openxmlformats.org/drawingml/2006/main">
            <a:off x="6967728" y="2212848"/>
            <a:ext cx="155448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Nilai bukti dan kesimpulan</a:t>
            </a:r>
          </a:p>
        </p:txBody>
      </p:sp>
      <p:sp>
        <p:nvSpPr>
          <p:cNvPr id="23" name="Rounded Rectangle 22">
            <a:extLst xmlns:a="http://schemas.openxmlformats.org/drawingml/2006/main">
              <a:ext uri="{FF2B5EF4-FFF2-40B4-BE49-F238E27FC236}">
                <a16:creationId xmlns:a16="http://schemas.microsoft.com/office/drawing/2014/main" id="{3B3AC9D5-FD21-404A-A0A3-0728906B628B}"/>
              </a:ext>
            </a:extLst>
          </p:cNvPr>
          <p:cNvSpPr>
            <a:spLocks xmlns:a="http://schemas.openxmlformats.org/drawingml/2006/main" noGrp="1"/>
          </p:cNvSpPr>
          <p:nvPr/>
        </p:nvSpPr>
        <p:spPr>
          <a:xfrm xmlns:a="http://schemas.openxmlformats.org/drawingml/2006/main">
            <a:off x="8961120" y="1737360"/>
            <a:ext cx="2514600" cy="1188720"/>
          </a:xfrm>
          <a:prstGeom xmlns:a="http://schemas.openxmlformats.org/drawingml/2006/main" prst="roundRect">
            <a:avLst>
              <a:gd name="adj" fmla="val 961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4" name="Oval 23">
            <a:extLst xmlns:a="http://schemas.openxmlformats.org/drawingml/2006/main">
              <a:ext uri="{FF2B5EF4-FFF2-40B4-BE49-F238E27FC236}">
                <a16:creationId xmlns:a16="http://schemas.microsoft.com/office/drawing/2014/main" id="{BBD3078B-B3D1-4E22-8C24-7D34145CFB37}"/>
              </a:ext>
            </a:extLst>
          </p:cNvPr>
          <p:cNvSpPr>
            <a:spLocks xmlns:a="http://schemas.openxmlformats.org/drawingml/2006/main" noGrp="1"/>
          </p:cNvSpPr>
          <p:nvPr/>
        </p:nvSpPr>
        <p:spPr>
          <a:xfrm xmlns:a="http://schemas.openxmlformats.org/drawingml/2006/main">
            <a:off x="9125712" y="1938528"/>
            <a:ext cx="438912" cy="438912"/>
          </a:xfrm>
          <a:prstGeom xmlns:a="http://schemas.openxmlformats.org/drawingml/2006/main" prst="ellipse">
            <a:avLst/>
          </a:prstGeom>
          <a:solidFill xmlns:a="http://schemas.openxmlformats.org/drawingml/2006/main">
            <a:srgbClr val="E5F7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5" name="TextBox 24">
            <a:extLst xmlns:a="http://schemas.openxmlformats.org/drawingml/2006/main">
              <a:ext uri="{FF2B5EF4-FFF2-40B4-BE49-F238E27FC236}">
                <a16:creationId xmlns:a16="http://schemas.microsoft.com/office/drawing/2014/main" id="{0E1ED286-9BE8-4953-A09C-1C7564692DB4}"/>
              </a:ext>
            </a:extLst>
          </p:cNvPr>
          <p:cNvSpPr>
            <a:spLocks xmlns:a="http://schemas.openxmlformats.org/drawingml/2006/main" noGrp="1"/>
          </p:cNvSpPr>
          <p:nvPr/>
        </p:nvSpPr>
        <p:spPr>
          <a:xfrm xmlns:a="http://schemas.openxmlformats.org/drawingml/2006/main">
            <a:off x="9125712" y="193852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400" b="1" i="0">
                <a:solidFill>
                  <a:srgbClr val="08776F"/>
                </a:solidFill>
                <a:latin typeface="Aptos"/>
                <a:ea typeface="Aptos"/>
                <a:cs typeface="Aptos"/>
              </a:rPr>
              <a:t>+</a:t>
            </a:r>
          </a:p>
        </p:txBody>
      </p:sp>
      <p:sp>
        <p:nvSpPr>
          <p:cNvPr id="26" name="TextBox 25">
            <a:extLst xmlns:a="http://schemas.openxmlformats.org/drawingml/2006/main">
              <a:ext uri="{FF2B5EF4-FFF2-40B4-BE49-F238E27FC236}">
                <a16:creationId xmlns:a16="http://schemas.microsoft.com/office/drawing/2014/main" id="{BAD2414D-160F-4A1B-A942-5BAACE58C02F}"/>
              </a:ext>
            </a:extLst>
          </p:cNvPr>
          <p:cNvSpPr>
            <a:spLocks xmlns:a="http://schemas.openxmlformats.org/drawingml/2006/main" noGrp="1"/>
          </p:cNvSpPr>
          <p:nvPr/>
        </p:nvSpPr>
        <p:spPr>
          <a:xfrm xmlns:a="http://schemas.openxmlformats.org/drawingml/2006/main">
            <a:off x="9710928" y="1892807"/>
            <a:ext cx="1554480" cy="292608"/>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Evaluasi ahli</a:t>
            </a:r>
          </a:p>
        </p:txBody>
      </p:sp>
      <p:sp>
        <p:nvSpPr>
          <p:cNvPr id="27" name="TextBox 26">
            <a:extLst xmlns:a="http://schemas.openxmlformats.org/drawingml/2006/main">
              <a:ext uri="{FF2B5EF4-FFF2-40B4-BE49-F238E27FC236}">
                <a16:creationId xmlns:a16="http://schemas.microsoft.com/office/drawing/2014/main" id="{CE4A3E00-D903-4067-A45B-BADD9B05E815}"/>
              </a:ext>
            </a:extLst>
          </p:cNvPr>
          <p:cNvSpPr>
            <a:spLocks xmlns:a="http://schemas.openxmlformats.org/drawingml/2006/main" noGrp="1"/>
          </p:cNvSpPr>
          <p:nvPr/>
        </p:nvSpPr>
        <p:spPr>
          <a:xfrm xmlns:a="http://schemas.openxmlformats.org/drawingml/2006/main">
            <a:off x="9710928" y="2212848"/>
            <a:ext cx="1554480" cy="356616"/>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t">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Benchmark dan penilaian ahli</a:t>
            </a:r>
          </a:p>
        </p:txBody>
      </p:sp>
      <p:sp>
        <p:nvSpPr>
          <p:cNvPr id="28" name="TextBox 27">
            <a:extLst xmlns:a="http://schemas.openxmlformats.org/drawingml/2006/main">
              <a:ext uri="{FF2B5EF4-FFF2-40B4-BE49-F238E27FC236}">
                <a16:creationId xmlns:a16="http://schemas.microsoft.com/office/drawing/2014/main" id="{CA65BD33-D024-4DCD-B84D-D0CB484352A2}"/>
              </a:ext>
            </a:extLst>
          </p:cNvPr>
          <p:cNvSpPr>
            <a:spLocks xmlns:a="http://schemas.openxmlformats.org/drawingml/2006/main" noGrp="1"/>
          </p:cNvSpPr>
          <p:nvPr/>
        </p:nvSpPr>
        <p:spPr>
          <a:xfrm xmlns:a="http://schemas.openxmlformats.org/drawingml/2006/main">
            <a:off x="749808" y="3273552"/>
            <a:ext cx="2926080" cy="19202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spAutoFit/>
          </a:bodyPr>
          <a:lstStyle xmlns:a="http://schemas.openxmlformats.org/drawingml/2006/main">
            <a:defPPr algn="l">
              <a:defRPr sz="1080" b="1">
                <a:solidFill>
                  <a:srgbClr val="08776F"/>
                </a:solidFill>
                <a:latin typeface="Aptos"/>
                <a:ea typeface="Aptos"/>
                <a:cs typeface="Aptos"/>
              </a:defRPr>
            </a:defPPr>
            <a:lvl1pPr algn="l">
              <a:buNone/>
              <a:defRPr sz="1080" b="1">
                <a:solidFill>
                  <a:srgbClr val="08776F"/>
                </a:solidFill>
                <a:latin typeface="Aptos"/>
                <a:ea typeface="Aptos"/>
                <a:cs typeface="Aptos"/>
              </a:defRPr>
            </a:lvl1pPr>
            <a:lvl2pPr algn="l">
              <a:buNone/>
              <a:defRPr sz="1080" b="1">
                <a:solidFill>
                  <a:srgbClr val="08776F"/>
                </a:solidFill>
                <a:latin typeface="Aptos"/>
                <a:ea typeface="Aptos"/>
                <a:cs typeface="Aptos"/>
              </a:defRPr>
            </a:lvl2pPr>
            <a:lvl3pPr algn="l">
              <a:buNone/>
              <a:defRPr sz="1080" b="1">
                <a:solidFill>
                  <a:srgbClr val="08776F"/>
                </a:solidFill>
                <a:latin typeface="Aptos"/>
                <a:ea typeface="Aptos"/>
                <a:cs typeface="Aptos"/>
              </a:defRPr>
            </a:lvl3pPr>
            <a:lvl4pPr algn="l">
              <a:buNone/>
              <a:defRPr sz="1080" b="1">
                <a:solidFill>
                  <a:srgbClr val="08776F"/>
                </a:solidFill>
                <a:latin typeface="Aptos"/>
                <a:ea typeface="Aptos"/>
                <a:cs typeface="Aptos"/>
              </a:defRPr>
            </a:lvl4pPr>
            <a:lvl5pPr algn="l">
              <a:buNone/>
              <a:defRPr sz="1080" b="1">
                <a:solidFill>
                  <a:srgbClr val="08776F"/>
                </a:solidFill>
                <a:latin typeface="Aptos"/>
                <a:ea typeface="Aptos"/>
                <a:cs typeface="Aptos"/>
              </a:defRPr>
            </a:lvl5pPr>
            <a:lvl6pPr algn="l">
              <a:buNone/>
              <a:defRPr sz="1080" b="1">
                <a:solidFill>
                  <a:srgbClr val="08776F"/>
                </a:solidFill>
                <a:latin typeface="Aptos"/>
                <a:ea typeface="Aptos"/>
                <a:cs typeface="Aptos"/>
              </a:defRPr>
            </a:lvl6pPr>
            <a:lvl7pPr algn="l">
              <a:buNone/>
              <a:defRPr sz="1080" b="1">
                <a:solidFill>
                  <a:srgbClr val="08776F"/>
                </a:solidFill>
                <a:latin typeface="Aptos"/>
                <a:ea typeface="Aptos"/>
                <a:cs typeface="Aptos"/>
              </a:defRPr>
            </a:lvl7pPr>
            <a:lvl8pPr algn="l">
              <a:buNone/>
              <a:defRPr sz="1080" b="1">
                <a:solidFill>
                  <a:srgbClr val="08776F"/>
                </a:solidFill>
                <a:latin typeface="Aptos"/>
                <a:ea typeface="Aptos"/>
                <a:cs typeface="Aptos"/>
              </a:defRPr>
            </a:lvl8pPr>
            <a:lvl9pPr algn="l">
              <a:buNone/>
              <a:defRPr sz="1080" b="1">
                <a:solidFill>
                  <a:srgbClr val="08776F"/>
                </a:solidFill>
                <a:latin typeface="Aptos"/>
                <a:ea typeface="Aptos"/>
                <a:cs typeface="Aptos"/>
              </a:defRPr>
            </a:lvl9pPr>
          </a:lstStyle>
          <a:p xmlns:a="http://schemas.openxmlformats.org/drawingml/2006/main">
            <a:pPr algn="l">
              <a:spcBef>
                <a:spcPts val="0"/>
              </a:spcBef>
              <a:spcAft>
                <a:spcPts val="0"/>
              </a:spcAft>
              <a:buNone/>
              <a:defRPr sz="1080" b="1">
                <a:solidFill>
                  <a:srgbClr val="08776F"/>
                </a:solidFill>
                <a:latin typeface="Aptos"/>
                <a:ea typeface="Aptos"/>
                <a:cs typeface="Aptos"/>
              </a:defRPr>
            </a:pPr>
            <a:r>
              <a:rPr sz="1080" b="1" i="0" spc="45">
                <a:solidFill>
                  <a:srgbClr val="08776F"/>
                </a:solidFill>
                <a:latin typeface="Aptos"/>
                <a:ea typeface="Aptos"/>
                <a:cs typeface="Aptos"/>
              </a:rPr>
              <a:t>ALUR DEMO</a:t>
            </a:r>
          </a:p>
        </p:txBody>
      </p:sp>
      <p:sp>
        <p:nvSpPr>
          <p:cNvPr id="29" name="Rounded Rectangle 28">
            <a:extLst xmlns:a="http://schemas.openxmlformats.org/drawingml/2006/main">
              <a:ext uri="{FF2B5EF4-FFF2-40B4-BE49-F238E27FC236}">
                <a16:creationId xmlns:a16="http://schemas.microsoft.com/office/drawing/2014/main" id="{46A02DB4-431C-4049-BAB5-1BF6B626970A}"/>
              </a:ext>
            </a:extLst>
          </p:cNvPr>
          <p:cNvSpPr>
            <a:spLocks xmlns:a="http://schemas.openxmlformats.org/drawingml/2006/main" noGrp="1"/>
          </p:cNvSpPr>
          <p:nvPr/>
        </p:nvSpPr>
        <p:spPr>
          <a:xfrm xmlns:a="http://schemas.openxmlformats.org/drawingml/2006/main">
            <a:off x="786384" y="3657600"/>
            <a:ext cx="2359152" cy="896112"/>
          </a:xfrm>
          <a:prstGeom xmlns:a="http://schemas.openxmlformats.org/drawingml/2006/main" prst="roundRect">
            <a:avLst>
              <a:gd name="adj" fmla="val 1275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0" name="Oval 29">
            <a:extLst xmlns:a="http://schemas.openxmlformats.org/drawingml/2006/main">
              <a:ext uri="{FF2B5EF4-FFF2-40B4-BE49-F238E27FC236}">
                <a16:creationId xmlns:a16="http://schemas.microsoft.com/office/drawing/2014/main" id="{55E1CFA1-D243-45CF-A145-E4E83CD6EDC6}"/>
              </a:ext>
            </a:extLst>
          </p:cNvPr>
          <p:cNvSpPr>
            <a:spLocks xmlns:a="http://schemas.openxmlformats.org/drawingml/2006/main" noGrp="1"/>
          </p:cNvSpPr>
          <p:nvPr/>
        </p:nvSpPr>
        <p:spPr>
          <a:xfrm xmlns:a="http://schemas.openxmlformats.org/drawingml/2006/main">
            <a:off x="932688" y="3858768"/>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FCCAF401-25A3-47A3-99FF-86547546E2F0}"/>
              </a:ext>
            </a:extLst>
          </p:cNvPr>
          <p:cNvSpPr>
            <a:spLocks xmlns:a="http://schemas.openxmlformats.org/drawingml/2006/main" noGrp="1"/>
          </p:cNvSpPr>
          <p:nvPr/>
        </p:nvSpPr>
        <p:spPr>
          <a:xfrm xmlns:a="http://schemas.openxmlformats.org/drawingml/2006/main">
            <a:off x="932688" y="385876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1</a:t>
            </a:r>
          </a:p>
        </p:txBody>
      </p:sp>
      <p:sp>
        <p:nvSpPr>
          <p:cNvPr id="32" name="TextBox 31">
            <a:extLst xmlns:a="http://schemas.openxmlformats.org/drawingml/2006/main">
              <a:ext uri="{FF2B5EF4-FFF2-40B4-BE49-F238E27FC236}">
                <a16:creationId xmlns:a16="http://schemas.microsoft.com/office/drawing/2014/main" id="{697BA20A-C5DE-424E-8A15-7505D32AA877}"/>
              </a:ext>
            </a:extLst>
          </p:cNvPr>
          <p:cNvSpPr>
            <a:spLocks xmlns:a="http://schemas.openxmlformats.org/drawingml/2006/main" noGrp="1"/>
          </p:cNvSpPr>
          <p:nvPr/>
        </p:nvSpPr>
        <p:spPr>
          <a:xfrm xmlns:a="http://schemas.openxmlformats.org/drawingml/2006/main">
            <a:off x="1499616" y="3803904"/>
            <a:ext cx="1417320" cy="2560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Proyek</a:t>
            </a:r>
          </a:p>
        </p:txBody>
      </p:sp>
      <p:sp>
        <p:nvSpPr>
          <p:cNvPr id="33" name="TextBox 32">
            <a:extLst xmlns:a="http://schemas.openxmlformats.org/drawingml/2006/main">
              <a:ext uri="{FF2B5EF4-FFF2-40B4-BE49-F238E27FC236}">
                <a16:creationId xmlns:a16="http://schemas.microsoft.com/office/drawing/2014/main" id="{771D868B-EF4B-4E59-BB4F-B718B37D4B84}"/>
              </a:ext>
            </a:extLst>
          </p:cNvPr>
          <p:cNvSpPr>
            <a:spLocks xmlns:a="http://schemas.openxmlformats.org/drawingml/2006/main" noGrp="1"/>
          </p:cNvSpPr>
          <p:nvPr/>
        </p:nvSpPr>
        <p:spPr>
          <a:xfrm xmlns:a="http://schemas.openxmlformats.org/drawingml/2006/main">
            <a:off x="1499616" y="4087368"/>
            <a:ext cx="146304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Mulai ruang kerja</a:t>
            </a:r>
          </a:p>
        </p:txBody>
      </p:sp>
      <p:sp>
        <p:nvSpPr>
          <p:cNvPr id="34" name="TextBox 33">
            <a:extLst xmlns:a="http://schemas.openxmlformats.org/drawingml/2006/main">
              <a:ext uri="{FF2B5EF4-FFF2-40B4-BE49-F238E27FC236}">
                <a16:creationId xmlns:a16="http://schemas.microsoft.com/office/drawing/2014/main" id="{7B3156BE-946C-4D65-AA96-4F431299D5B1}"/>
              </a:ext>
            </a:extLst>
          </p:cNvPr>
          <p:cNvSpPr>
            <a:spLocks xmlns:a="http://schemas.openxmlformats.org/drawingml/2006/main" noGrp="1"/>
          </p:cNvSpPr>
          <p:nvPr/>
        </p:nvSpPr>
        <p:spPr>
          <a:xfrm xmlns:a="http://schemas.openxmlformats.org/drawingml/2006/main">
            <a:off x="3209544" y="3913632"/>
            <a:ext cx="365760" cy="310896"/>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800" b="1" i="0">
                <a:solidFill>
                  <a:srgbClr val="0F9D91"/>
                </a:solidFill>
                <a:latin typeface="Aptos"/>
                <a:ea typeface="Aptos"/>
                <a:cs typeface="Aptos"/>
              </a:rPr>
              <a:t>→</a:t>
            </a:r>
          </a:p>
        </p:txBody>
      </p:sp>
      <p:sp>
        <p:nvSpPr>
          <p:cNvPr id="35" name="Rounded Rectangle 34">
            <a:extLst xmlns:a="http://schemas.openxmlformats.org/drawingml/2006/main">
              <a:ext uri="{FF2B5EF4-FFF2-40B4-BE49-F238E27FC236}">
                <a16:creationId xmlns:a16="http://schemas.microsoft.com/office/drawing/2014/main" id="{57543EA4-CA0D-49DF-B665-F39FD11682D8}"/>
              </a:ext>
            </a:extLst>
          </p:cNvPr>
          <p:cNvSpPr>
            <a:spLocks xmlns:a="http://schemas.openxmlformats.org/drawingml/2006/main" noGrp="1"/>
          </p:cNvSpPr>
          <p:nvPr/>
        </p:nvSpPr>
        <p:spPr>
          <a:xfrm xmlns:a="http://schemas.openxmlformats.org/drawingml/2006/main">
            <a:off x="3648456" y="3657600"/>
            <a:ext cx="2359152" cy="896112"/>
          </a:xfrm>
          <a:prstGeom xmlns:a="http://schemas.openxmlformats.org/drawingml/2006/main" prst="roundRect">
            <a:avLst>
              <a:gd name="adj" fmla="val 1275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6" name="Oval 35">
            <a:extLst xmlns:a="http://schemas.openxmlformats.org/drawingml/2006/main">
              <a:ext uri="{FF2B5EF4-FFF2-40B4-BE49-F238E27FC236}">
                <a16:creationId xmlns:a16="http://schemas.microsoft.com/office/drawing/2014/main" id="{33B65699-12A7-4053-8537-C2282B74B155}"/>
              </a:ext>
            </a:extLst>
          </p:cNvPr>
          <p:cNvSpPr>
            <a:spLocks xmlns:a="http://schemas.openxmlformats.org/drawingml/2006/main" noGrp="1"/>
          </p:cNvSpPr>
          <p:nvPr/>
        </p:nvSpPr>
        <p:spPr>
          <a:xfrm xmlns:a="http://schemas.openxmlformats.org/drawingml/2006/main">
            <a:off x="3794759" y="3858768"/>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7" name="TextBox 36">
            <a:extLst xmlns:a="http://schemas.openxmlformats.org/drawingml/2006/main">
              <a:ext uri="{FF2B5EF4-FFF2-40B4-BE49-F238E27FC236}">
                <a16:creationId xmlns:a16="http://schemas.microsoft.com/office/drawing/2014/main" id="{430767BE-DBDD-41D4-9B60-65A57371ACA8}"/>
              </a:ext>
            </a:extLst>
          </p:cNvPr>
          <p:cNvSpPr>
            <a:spLocks xmlns:a="http://schemas.openxmlformats.org/drawingml/2006/main" noGrp="1"/>
          </p:cNvSpPr>
          <p:nvPr/>
        </p:nvSpPr>
        <p:spPr>
          <a:xfrm xmlns:a="http://schemas.openxmlformats.org/drawingml/2006/main">
            <a:off x="3794759" y="385876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2</a:t>
            </a:r>
          </a:p>
        </p:txBody>
      </p:sp>
      <p:sp>
        <p:nvSpPr>
          <p:cNvPr id="38" name="TextBox 37">
            <a:extLst xmlns:a="http://schemas.openxmlformats.org/drawingml/2006/main">
              <a:ext uri="{FF2B5EF4-FFF2-40B4-BE49-F238E27FC236}">
                <a16:creationId xmlns:a16="http://schemas.microsoft.com/office/drawing/2014/main" id="{E7790809-2F09-47B2-846B-CF367CBDF60D}"/>
              </a:ext>
            </a:extLst>
          </p:cNvPr>
          <p:cNvSpPr>
            <a:spLocks xmlns:a="http://schemas.openxmlformats.org/drawingml/2006/main" noGrp="1"/>
          </p:cNvSpPr>
          <p:nvPr/>
        </p:nvSpPr>
        <p:spPr>
          <a:xfrm xmlns:a="http://schemas.openxmlformats.org/drawingml/2006/main">
            <a:off x="4361688" y="3803904"/>
            <a:ext cx="1417320" cy="2560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PDF</a:t>
            </a:r>
          </a:p>
        </p:txBody>
      </p:sp>
      <p:sp>
        <p:nvSpPr>
          <p:cNvPr id="39" name="TextBox 38">
            <a:extLst xmlns:a="http://schemas.openxmlformats.org/drawingml/2006/main">
              <a:ext uri="{FF2B5EF4-FFF2-40B4-BE49-F238E27FC236}">
                <a16:creationId xmlns:a16="http://schemas.microsoft.com/office/drawing/2014/main" id="{A95B38E8-5552-433C-B0F3-D8916E0A6609}"/>
              </a:ext>
            </a:extLst>
          </p:cNvPr>
          <p:cNvSpPr>
            <a:spLocks xmlns:a="http://schemas.openxmlformats.org/drawingml/2006/main" noGrp="1"/>
          </p:cNvSpPr>
          <p:nvPr/>
        </p:nvSpPr>
        <p:spPr>
          <a:xfrm xmlns:a="http://schemas.openxmlformats.org/drawingml/2006/main">
            <a:off x="4361688" y="4087368"/>
            <a:ext cx="146304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Tambah sumber</a:t>
            </a:r>
          </a:p>
        </p:txBody>
      </p:sp>
      <p:sp>
        <p:nvSpPr>
          <p:cNvPr id="40" name="TextBox 39">
            <a:extLst xmlns:a="http://schemas.openxmlformats.org/drawingml/2006/main">
              <a:ext uri="{FF2B5EF4-FFF2-40B4-BE49-F238E27FC236}">
                <a16:creationId xmlns:a16="http://schemas.microsoft.com/office/drawing/2014/main" id="{F4CF4F8C-A8FA-40D5-BF4E-A7D93357E685}"/>
              </a:ext>
            </a:extLst>
          </p:cNvPr>
          <p:cNvSpPr>
            <a:spLocks xmlns:a="http://schemas.openxmlformats.org/drawingml/2006/main" noGrp="1"/>
          </p:cNvSpPr>
          <p:nvPr/>
        </p:nvSpPr>
        <p:spPr>
          <a:xfrm xmlns:a="http://schemas.openxmlformats.org/drawingml/2006/main">
            <a:off x="6071616" y="3913632"/>
            <a:ext cx="365760" cy="310896"/>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800" b="1" i="0">
                <a:solidFill>
                  <a:srgbClr val="0F9D91"/>
                </a:solidFill>
                <a:latin typeface="Aptos"/>
                <a:ea typeface="Aptos"/>
                <a:cs typeface="Aptos"/>
              </a:rPr>
              <a:t>→</a:t>
            </a:r>
          </a:p>
        </p:txBody>
      </p:sp>
      <p:sp>
        <p:nvSpPr>
          <p:cNvPr id="41" name="Rounded Rectangle 40">
            <a:extLst xmlns:a="http://schemas.openxmlformats.org/drawingml/2006/main">
              <a:ext uri="{FF2B5EF4-FFF2-40B4-BE49-F238E27FC236}">
                <a16:creationId xmlns:a16="http://schemas.microsoft.com/office/drawing/2014/main" id="{914E9961-7E28-4996-A801-E34FA07FD0D5}"/>
              </a:ext>
            </a:extLst>
          </p:cNvPr>
          <p:cNvSpPr>
            <a:spLocks xmlns:a="http://schemas.openxmlformats.org/drawingml/2006/main" noGrp="1"/>
          </p:cNvSpPr>
          <p:nvPr/>
        </p:nvSpPr>
        <p:spPr>
          <a:xfrm xmlns:a="http://schemas.openxmlformats.org/drawingml/2006/main">
            <a:off x="6510528" y="3657600"/>
            <a:ext cx="2359152" cy="896112"/>
          </a:xfrm>
          <a:prstGeom xmlns:a="http://schemas.openxmlformats.org/drawingml/2006/main" prst="roundRect">
            <a:avLst>
              <a:gd name="adj" fmla="val 1275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2" name="Oval 41">
            <a:extLst xmlns:a="http://schemas.openxmlformats.org/drawingml/2006/main">
              <a:ext uri="{FF2B5EF4-FFF2-40B4-BE49-F238E27FC236}">
                <a16:creationId xmlns:a16="http://schemas.microsoft.com/office/drawing/2014/main" id="{9FA1617E-F7E1-4B70-AE25-1E65ABF1B7CA}"/>
              </a:ext>
            </a:extLst>
          </p:cNvPr>
          <p:cNvSpPr>
            <a:spLocks xmlns:a="http://schemas.openxmlformats.org/drawingml/2006/main" noGrp="1"/>
          </p:cNvSpPr>
          <p:nvPr/>
        </p:nvSpPr>
        <p:spPr>
          <a:xfrm xmlns:a="http://schemas.openxmlformats.org/drawingml/2006/main">
            <a:off x="6656832" y="3858768"/>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3" name="TextBox 42">
            <a:extLst xmlns:a="http://schemas.openxmlformats.org/drawingml/2006/main">
              <a:ext uri="{FF2B5EF4-FFF2-40B4-BE49-F238E27FC236}">
                <a16:creationId xmlns:a16="http://schemas.microsoft.com/office/drawing/2014/main" id="{6B73F1B3-164D-46F0-B416-898A7511F661}"/>
              </a:ext>
            </a:extLst>
          </p:cNvPr>
          <p:cNvSpPr>
            <a:spLocks xmlns:a="http://schemas.openxmlformats.org/drawingml/2006/main" noGrp="1"/>
          </p:cNvSpPr>
          <p:nvPr/>
        </p:nvSpPr>
        <p:spPr>
          <a:xfrm xmlns:a="http://schemas.openxmlformats.org/drawingml/2006/main">
            <a:off x="6656832" y="385876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3</a:t>
            </a:r>
          </a:p>
        </p:txBody>
      </p:sp>
      <p:sp>
        <p:nvSpPr>
          <p:cNvPr id="44" name="TextBox 43">
            <a:extLst xmlns:a="http://schemas.openxmlformats.org/drawingml/2006/main">
              <a:ext uri="{FF2B5EF4-FFF2-40B4-BE49-F238E27FC236}">
                <a16:creationId xmlns:a16="http://schemas.microsoft.com/office/drawing/2014/main" id="{AE6FDC17-BF52-494F-94BE-C1A68E45C54C}"/>
              </a:ext>
            </a:extLst>
          </p:cNvPr>
          <p:cNvSpPr>
            <a:spLocks xmlns:a="http://schemas.openxmlformats.org/drawingml/2006/main" noGrp="1"/>
          </p:cNvSpPr>
          <p:nvPr/>
        </p:nvSpPr>
        <p:spPr>
          <a:xfrm xmlns:a="http://schemas.openxmlformats.org/drawingml/2006/main">
            <a:off x="7223760" y="3803904"/>
            <a:ext cx="1417320" cy="2560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Literatur</a:t>
            </a:r>
          </a:p>
        </p:txBody>
      </p:sp>
      <p:sp>
        <p:nvSpPr>
          <p:cNvPr id="45" name="TextBox 44">
            <a:extLst xmlns:a="http://schemas.openxmlformats.org/drawingml/2006/main">
              <a:ext uri="{FF2B5EF4-FFF2-40B4-BE49-F238E27FC236}">
                <a16:creationId xmlns:a16="http://schemas.microsoft.com/office/drawing/2014/main" id="{6F0B97AE-6511-475C-B639-36C79BF6453B}"/>
              </a:ext>
            </a:extLst>
          </p:cNvPr>
          <p:cNvSpPr>
            <a:spLocks xmlns:a="http://schemas.openxmlformats.org/drawingml/2006/main" noGrp="1"/>
          </p:cNvSpPr>
          <p:nvPr/>
        </p:nvSpPr>
        <p:spPr>
          <a:xfrm xmlns:a="http://schemas.openxmlformats.org/drawingml/2006/main">
            <a:off x="7223760" y="4087368"/>
            <a:ext cx="146304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Analisis &amp; bukti</a:t>
            </a:r>
          </a:p>
        </p:txBody>
      </p:sp>
      <p:sp>
        <p:nvSpPr>
          <p:cNvPr id="46" name="TextBox 45">
            <a:extLst xmlns:a="http://schemas.openxmlformats.org/drawingml/2006/main">
              <a:ext uri="{FF2B5EF4-FFF2-40B4-BE49-F238E27FC236}">
                <a16:creationId xmlns:a16="http://schemas.microsoft.com/office/drawing/2014/main" id="{88EA605A-2581-4C39-A827-7F140588304E}"/>
              </a:ext>
            </a:extLst>
          </p:cNvPr>
          <p:cNvSpPr>
            <a:spLocks xmlns:a="http://schemas.openxmlformats.org/drawingml/2006/main" noGrp="1"/>
          </p:cNvSpPr>
          <p:nvPr/>
        </p:nvSpPr>
        <p:spPr>
          <a:xfrm xmlns:a="http://schemas.openxmlformats.org/drawingml/2006/main">
            <a:off x="8933688" y="3913632"/>
            <a:ext cx="365760" cy="310896"/>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800" b="1" i="0">
                <a:solidFill>
                  <a:srgbClr val="0F9D91"/>
                </a:solidFill>
                <a:latin typeface="Aptos"/>
                <a:ea typeface="Aptos"/>
                <a:cs typeface="Aptos"/>
              </a:rPr>
              <a:t>→</a:t>
            </a:r>
          </a:p>
        </p:txBody>
      </p:sp>
      <p:sp>
        <p:nvSpPr>
          <p:cNvPr id="47" name="Rounded Rectangle 46">
            <a:extLst xmlns:a="http://schemas.openxmlformats.org/drawingml/2006/main">
              <a:ext uri="{FF2B5EF4-FFF2-40B4-BE49-F238E27FC236}">
                <a16:creationId xmlns:a16="http://schemas.microsoft.com/office/drawing/2014/main" id="{2C2DE4FB-2C8C-4874-870C-9B02B303F83E}"/>
              </a:ext>
            </a:extLst>
          </p:cNvPr>
          <p:cNvSpPr>
            <a:spLocks xmlns:a="http://schemas.openxmlformats.org/drawingml/2006/main" noGrp="1"/>
          </p:cNvSpPr>
          <p:nvPr/>
        </p:nvSpPr>
        <p:spPr>
          <a:xfrm xmlns:a="http://schemas.openxmlformats.org/drawingml/2006/main">
            <a:off x="9372600" y="3657600"/>
            <a:ext cx="2359152" cy="896112"/>
          </a:xfrm>
          <a:prstGeom xmlns:a="http://schemas.openxmlformats.org/drawingml/2006/main" prst="roundRect">
            <a:avLst>
              <a:gd name="adj" fmla="val 12755"/>
            </a:avLst>
          </a:prstGeom>
          <a:solidFill xmlns:a="http://schemas.openxmlformats.org/drawingml/2006/main">
            <a:srgbClr val="FFFFFF"/>
          </a:solidFill>
          <a:ln xmlns:a="http://schemas.openxmlformats.org/drawingml/2006/main" w="1016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8" name="Oval 47">
            <a:extLst xmlns:a="http://schemas.openxmlformats.org/drawingml/2006/main">
              <a:ext uri="{FF2B5EF4-FFF2-40B4-BE49-F238E27FC236}">
                <a16:creationId xmlns:a16="http://schemas.microsoft.com/office/drawing/2014/main" id="{AEC11A9E-A764-4A7B-9F7A-C6019D0D1A41}"/>
              </a:ext>
            </a:extLst>
          </p:cNvPr>
          <p:cNvSpPr>
            <a:spLocks xmlns:a="http://schemas.openxmlformats.org/drawingml/2006/main" noGrp="1"/>
          </p:cNvSpPr>
          <p:nvPr/>
        </p:nvSpPr>
        <p:spPr>
          <a:xfrm xmlns:a="http://schemas.openxmlformats.org/drawingml/2006/main">
            <a:off x="9518904" y="3858768"/>
            <a:ext cx="438912" cy="438912"/>
          </a:xfrm>
          <a:prstGeom xmlns:a="http://schemas.openxmlformats.org/drawingml/2006/main" prst="ellipse">
            <a:avLst/>
          </a:prstGeom>
          <a:solidFill xmlns:a="http://schemas.openxmlformats.org/drawingml/2006/main">
            <a:srgbClr val="DDF6F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9" name="TextBox 48">
            <a:extLst xmlns:a="http://schemas.openxmlformats.org/drawingml/2006/main">
              <a:ext uri="{FF2B5EF4-FFF2-40B4-BE49-F238E27FC236}">
                <a16:creationId xmlns:a16="http://schemas.microsoft.com/office/drawing/2014/main" id="{E6803577-1B66-48DE-A27C-C8739DA24DC6}"/>
              </a:ext>
            </a:extLst>
          </p:cNvPr>
          <p:cNvSpPr>
            <a:spLocks xmlns:a="http://schemas.openxmlformats.org/drawingml/2006/main" noGrp="1"/>
          </p:cNvSpPr>
          <p:nvPr/>
        </p:nvSpPr>
        <p:spPr>
          <a:xfrm xmlns:a="http://schemas.openxmlformats.org/drawingml/2006/main">
            <a:off x="9518904" y="3858768"/>
            <a:ext cx="438912" cy="438912"/>
          </a:xfrm>
          <a:prstGeom xmlns:a="http://schemas.openxmlformats.org/drawingml/2006/main" prst="rect">
            <a:avLst/>
          </a:prstGeom>
          <a:noFill xmlns:a="http://schemas.openxmlformats.org/drawingml/2006/main"/>
        </p:spPr>
        <p:txBody>
          <a:bodyPr xmlns:a="http://schemas.openxmlformats.org/drawingml/2006/main" wrap="square" lIns="0" tIns="13716" rIns="0" bIns="13716" anchor="ctr">
            <a:spAutoFit/>
          </a:bodyPr>
          <a:lstStyle xmlns:a="http://schemas.openxmlformats.org/drawingml/2006/main"/>
          <a:p xmlns:a="http://schemas.openxmlformats.org/drawingml/2006/main">
            <a:pPr algn="ctr">
              <a:spcBef>
                <a:spcPts val="0"/>
              </a:spcBef>
              <a:spcAft>
                <a:spcPts val="0"/>
              </a:spcAft>
              <a:buNone/>
            </a:pPr>
            <a:r>
              <a:rPr sz="1000" b="1" i="0">
                <a:solidFill>
                  <a:srgbClr val="08776F"/>
                </a:solidFill>
                <a:latin typeface="Aptos"/>
                <a:ea typeface="Aptos"/>
                <a:cs typeface="Aptos"/>
              </a:rPr>
              <a:t>4</a:t>
            </a:r>
          </a:p>
        </p:txBody>
      </p:sp>
      <p:sp>
        <p:nvSpPr>
          <p:cNvPr id="50" name="TextBox 49">
            <a:extLst xmlns:a="http://schemas.openxmlformats.org/drawingml/2006/main">
              <a:ext uri="{FF2B5EF4-FFF2-40B4-BE49-F238E27FC236}">
                <a16:creationId xmlns:a16="http://schemas.microsoft.com/office/drawing/2014/main" id="{307FCDB2-9D4C-473C-88FD-40EA212A74C7}"/>
              </a:ext>
            </a:extLst>
          </p:cNvPr>
          <p:cNvSpPr>
            <a:spLocks xmlns:a="http://schemas.openxmlformats.org/drawingml/2006/main" noGrp="1"/>
          </p:cNvSpPr>
          <p:nvPr/>
        </p:nvSpPr>
        <p:spPr>
          <a:xfrm xmlns:a="http://schemas.openxmlformats.org/drawingml/2006/main">
            <a:off x="10085832" y="3803904"/>
            <a:ext cx="1417320" cy="25603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l">
              <a:spcBef>
                <a:spcPts val="0"/>
              </a:spcBef>
              <a:spcAft>
                <a:spcPts val="0"/>
              </a:spcAft>
              <a:buNone/>
            </a:pPr>
            <a:r>
              <a:rPr sz="1200" b="1" i="0">
                <a:solidFill>
                  <a:srgbClr val="102A43"/>
                </a:solidFill>
                <a:latin typeface="Aptos"/>
                <a:ea typeface="Aptos"/>
                <a:cs typeface="Aptos"/>
              </a:rPr>
              <a:t>Laporan</a:t>
            </a:r>
          </a:p>
        </p:txBody>
      </p:sp>
      <p:sp>
        <p:nvSpPr>
          <p:cNvPr id="51" name="TextBox 50">
            <a:extLst xmlns:a="http://schemas.openxmlformats.org/drawingml/2006/main">
              <a:ext uri="{FF2B5EF4-FFF2-40B4-BE49-F238E27FC236}">
                <a16:creationId xmlns:a16="http://schemas.microsoft.com/office/drawing/2014/main" id="{48D71C9B-B51E-4FD2-8BEC-9FB052DF4792}"/>
              </a:ext>
            </a:extLst>
          </p:cNvPr>
          <p:cNvSpPr>
            <a:spLocks xmlns:a="http://schemas.openxmlformats.org/drawingml/2006/main" noGrp="1"/>
          </p:cNvSpPr>
          <p:nvPr/>
        </p:nvSpPr>
        <p:spPr>
          <a:xfrm xmlns:a="http://schemas.openxmlformats.org/drawingml/2006/main">
            <a:off x="10085832" y="4087368"/>
            <a:ext cx="1463040" cy="192024"/>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1080">
                <a:solidFill>
                  <a:srgbClr val="617586"/>
                </a:solidFill>
                <a:latin typeface="Aptos"/>
                <a:ea typeface="Aptos"/>
                <a:cs typeface="Aptos"/>
              </a:defRPr>
            </a:defPPr>
            <a:lvl1pPr algn="l">
              <a:buNone/>
              <a:defRPr sz="1080">
                <a:solidFill>
                  <a:srgbClr val="617586"/>
                </a:solidFill>
                <a:latin typeface="Aptos"/>
                <a:ea typeface="Aptos"/>
                <a:cs typeface="Aptos"/>
              </a:defRPr>
            </a:lvl1pPr>
            <a:lvl2pPr algn="l">
              <a:buNone/>
              <a:defRPr sz="1080">
                <a:solidFill>
                  <a:srgbClr val="617586"/>
                </a:solidFill>
                <a:latin typeface="Aptos"/>
                <a:ea typeface="Aptos"/>
                <a:cs typeface="Aptos"/>
              </a:defRPr>
            </a:lvl2pPr>
            <a:lvl3pPr algn="l">
              <a:buNone/>
              <a:defRPr sz="1080">
                <a:solidFill>
                  <a:srgbClr val="617586"/>
                </a:solidFill>
                <a:latin typeface="Aptos"/>
                <a:ea typeface="Aptos"/>
                <a:cs typeface="Aptos"/>
              </a:defRPr>
            </a:lvl3pPr>
            <a:lvl4pPr algn="l">
              <a:buNone/>
              <a:defRPr sz="1080">
                <a:solidFill>
                  <a:srgbClr val="617586"/>
                </a:solidFill>
                <a:latin typeface="Aptos"/>
                <a:ea typeface="Aptos"/>
                <a:cs typeface="Aptos"/>
              </a:defRPr>
            </a:lvl4pPr>
            <a:lvl5pPr algn="l">
              <a:buNone/>
              <a:defRPr sz="1080">
                <a:solidFill>
                  <a:srgbClr val="617586"/>
                </a:solidFill>
                <a:latin typeface="Aptos"/>
                <a:ea typeface="Aptos"/>
                <a:cs typeface="Aptos"/>
              </a:defRPr>
            </a:lvl5pPr>
            <a:lvl6pPr algn="l">
              <a:buNone/>
              <a:defRPr sz="1080">
                <a:solidFill>
                  <a:srgbClr val="617586"/>
                </a:solidFill>
                <a:latin typeface="Aptos"/>
                <a:ea typeface="Aptos"/>
                <a:cs typeface="Aptos"/>
              </a:defRPr>
            </a:lvl6pPr>
            <a:lvl7pPr algn="l">
              <a:buNone/>
              <a:defRPr sz="1080">
                <a:solidFill>
                  <a:srgbClr val="617586"/>
                </a:solidFill>
                <a:latin typeface="Aptos"/>
                <a:ea typeface="Aptos"/>
                <a:cs typeface="Aptos"/>
              </a:defRPr>
            </a:lvl7pPr>
            <a:lvl8pPr algn="l">
              <a:buNone/>
              <a:defRPr sz="1080">
                <a:solidFill>
                  <a:srgbClr val="617586"/>
                </a:solidFill>
                <a:latin typeface="Aptos"/>
                <a:ea typeface="Aptos"/>
                <a:cs typeface="Aptos"/>
              </a:defRPr>
            </a:lvl8pPr>
            <a:lvl9pPr algn="l">
              <a:buNone/>
              <a:defRPr sz="1080">
                <a:solidFill>
                  <a:srgbClr val="617586"/>
                </a:solidFill>
                <a:latin typeface="Aptos"/>
                <a:ea typeface="Aptos"/>
                <a:cs typeface="Aptos"/>
              </a:defRPr>
            </a:lvl9pPr>
          </a:lstStyle>
          <a:p xmlns:a="http://schemas.openxmlformats.org/drawingml/2006/main">
            <a:pPr algn="l">
              <a:spcBef>
                <a:spcPts val="0"/>
              </a:spcBef>
              <a:spcAft>
                <a:spcPts val="0"/>
              </a:spcAft>
              <a:buNone/>
              <a:defRPr sz="1080">
                <a:solidFill>
                  <a:srgbClr val="617586"/>
                </a:solidFill>
                <a:latin typeface="Aptos"/>
                <a:ea typeface="Aptos"/>
                <a:cs typeface="Aptos"/>
              </a:defRPr>
            </a:pPr>
            <a:r>
              <a:rPr sz="1080" b="0" i="0">
                <a:solidFill>
                  <a:srgbClr val="617586"/>
                </a:solidFill>
                <a:latin typeface="Aptos"/>
                <a:ea typeface="Aptos"/>
                <a:cs typeface="Aptos"/>
              </a:rPr>
              <a:t>Tinjau hasil</a:t>
            </a:r>
          </a:p>
        </p:txBody>
      </p:sp>
      <p:sp>
        <p:nvSpPr>
          <p:cNvPr id="52" name="Rounded Rectangle 51">
            <a:extLst xmlns:a="http://schemas.openxmlformats.org/drawingml/2006/main">
              <a:ext uri="{FF2B5EF4-FFF2-40B4-BE49-F238E27FC236}">
                <a16:creationId xmlns:a16="http://schemas.microsoft.com/office/drawing/2014/main" id="{36E0F619-0DF2-4BDD-8268-83F308068D4F}"/>
              </a:ext>
            </a:extLst>
          </p:cNvPr>
          <p:cNvSpPr>
            <a:spLocks xmlns:a="http://schemas.openxmlformats.org/drawingml/2006/main" noGrp="1"/>
          </p:cNvSpPr>
          <p:nvPr/>
        </p:nvSpPr>
        <p:spPr>
          <a:xfrm xmlns:a="http://schemas.openxmlformats.org/drawingml/2006/main">
            <a:off x="658368" y="5321808"/>
            <a:ext cx="10881360" cy="530352"/>
          </a:xfrm>
          <a:prstGeom xmlns:a="http://schemas.openxmlformats.org/drawingml/2006/main" prst="roundRect">
            <a:avLst>
              <a:gd name="adj" fmla="val 21552"/>
            </a:avLst>
          </a:prstGeom>
          <a:solidFill xmlns:a="http://schemas.openxmlformats.org/drawingml/2006/main">
            <a:srgbClr val="FFFFFF"/>
          </a:solidFill>
          <a:ln xmlns:a="http://schemas.openxmlformats.org/drawingml/2006/main" w="8890">
            <a:solidFill>
              <a:srgbClr val="DCE5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4"/>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3" name="Rectangle 52">
            <a:extLst xmlns:a="http://schemas.openxmlformats.org/drawingml/2006/main">
              <a:ext uri="{FF2B5EF4-FFF2-40B4-BE49-F238E27FC236}">
                <a16:creationId xmlns:a16="http://schemas.microsoft.com/office/drawing/2014/main" id="{0E5EA493-BAD7-463B-9A4C-BA8D6B9CDF6B}"/>
              </a:ext>
            </a:extLst>
          </p:cNvPr>
          <p:cNvSpPr>
            <a:spLocks xmlns:a="http://schemas.openxmlformats.org/drawingml/2006/main" noGrp="1"/>
          </p:cNvSpPr>
          <p:nvPr/>
        </p:nvSpPr>
        <p:spPr>
          <a:xfrm xmlns:a="http://schemas.openxmlformats.org/drawingml/2006/main">
            <a:off x="658368" y="5321808"/>
            <a:ext cx="68580" cy="530352"/>
          </a:xfrm>
          <a:prstGeom xmlns:a="http://schemas.openxmlformats.org/drawingml/2006/main" prst="rect">
            <a:avLst/>
          </a:prstGeom>
          <a:solidFill xmlns:a="http://schemas.openxmlformats.org/drawingml/2006/main">
            <a:srgbClr val="0F9D9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54" name="TextBox 53">
            <a:extLst xmlns:a="http://schemas.openxmlformats.org/drawingml/2006/main">
              <a:ext uri="{FF2B5EF4-FFF2-40B4-BE49-F238E27FC236}">
                <a16:creationId xmlns:a16="http://schemas.microsoft.com/office/drawing/2014/main" id="{1262BFBB-EFD3-4F83-B84B-DD0B3911EB88}"/>
              </a:ext>
            </a:extLst>
          </p:cNvPr>
          <p:cNvSpPr>
            <a:spLocks xmlns:a="http://schemas.openxmlformats.org/drawingml/2006/main" noGrp="1"/>
          </p:cNvSpPr>
          <p:nvPr/>
        </p:nvSpPr>
        <p:spPr>
          <a:xfrm xmlns:a="http://schemas.openxmlformats.org/drawingml/2006/main">
            <a:off x="859536" y="5334000"/>
            <a:ext cx="10382250" cy="484632"/>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1500">
                <a:solidFill>
                  <a:srgbClr val="172B3A"/>
                </a:solidFill>
                <a:latin typeface="Aptos"/>
                <a:ea typeface="Aptos"/>
                <a:cs typeface="Aptos"/>
              </a:defRPr>
            </a:defPPr>
            <a:lvl1pPr algn="l">
              <a:buNone/>
              <a:defRPr sz="1500">
                <a:solidFill>
                  <a:srgbClr val="172B3A"/>
                </a:solidFill>
                <a:latin typeface="Aptos"/>
                <a:ea typeface="Aptos"/>
                <a:cs typeface="Aptos"/>
              </a:defRPr>
            </a:lvl1pPr>
            <a:lvl2pPr algn="l">
              <a:buNone/>
              <a:defRPr sz="1500">
                <a:solidFill>
                  <a:srgbClr val="172B3A"/>
                </a:solidFill>
                <a:latin typeface="Aptos"/>
                <a:ea typeface="Aptos"/>
                <a:cs typeface="Aptos"/>
              </a:defRPr>
            </a:lvl2pPr>
            <a:lvl3pPr algn="l">
              <a:buNone/>
              <a:defRPr sz="1500">
                <a:solidFill>
                  <a:srgbClr val="172B3A"/>
                </a:solidFill>
                <a:latin typeface="Aptos"/>
                <a:ea typeface="Aptos"/>
                <a:cs typeface="Aptos"/>
              </a:defRPr>
            </a:lvl3pPr>
            <a:lvl4pPr algn="l">
              <a:buNone/>
              <a:defRPr sz="1500">
                <a:solidFill>
                  <a:srgbClr val="172B3A"/>
                </a:solidFill>
                <a:latin typeface="Aptos"/>
                <a:ea typeface="Aptos"/>
                <a:cs typeface="Aptos"/>
              </a:defRPr>
            </a:lvl4pPr>
            <a:lvl5pPr algn="l">
              <a:buNone/>
              <a:defRPr sz="1500">
                <a:solidFill>
                  <a:srgbClr val="172B3A"/>
                </a:solidFill>
                <a:latin typeface="Aptos"/>
                <a:ea typeface="Aptos"/>
                <a:cs typeface="Aptos"/>
              </a:defRPr>
            </a:lvl5pPr>
            <a:lvl6pPr algn="l">
              <a:buNone/>
              <a:defRPr sz="1500">
                <a:solidFill>
                  <a:srgbClr val="172B3A"/>
                </a:solidFill>
                <a:latin typeface="Aptos"/>
                <a:ea typeface="Aptos"/>
                <a:cs typeface="Aptos"/>
              </a:defRPr>
            </a:lvl6pPr>
            <a:lvl7pPr algn="l">
              <a:buNone/>
              <a:defRPr sz="1500">
                <a:solidFill>
                  <a:srgbClr val="172B3A"/>
                </a:solidFill>
                <a:latin typeface="Aptos"/>
                <a:ea typeface="Aptos"/>
                <a:cs typeface="Aptos"/>
              </a:defRPr>
            </a:lvl7pPr>
            <a:lvl8pPr algn="l">
              <a:buNone/>
              <a:defRPr sz="1500">
                <a:solidFill>
                  <a:srgbClr val="172B3A"/>
                </a:solidFill>
                <a:latin typeface="Aptos"/>
                <a:ea typeface="Aptos"/>
                <a:cs typeface="Aptos"/>
              </a:defRPr>
            </a:lvl8pPr>
            <a:lvl9pPr algn="l">
              <a:buNone/>
              <a:defRPr sz="1500">
                <a:solidFill>
                  <a:srgbClr val="172B3A"/>
                </a:solidFill>
                <a:latin typeface="Aptos"/>
                <a:ea typeface="Aptos"/>
                <a:cs typeface="Aptos"/>
              </a:defRPr>
            </a:lvl9pPr>
          </a:lstStyle>
          <a:p xmlns:a="http://schemas.openxmlformats.org/drawingml/2006/main">
            <a:pPr algn="l">
              <a:spcBef>
                <a:spcPts val="0"/>
              </a:spcBef>
              <a:spcAft>
                <a:spcPts val="0"/>
              </a:spcAft>
              <a:buNone/>
              <a:defRPr sz="1500">
                <a:solidFill>
                  <a:srgbClr val="172B3A"/>
                </a:solidFill>
                <a:latin typeface="Aptos"/>
                <a:ea typeface="Aptos"/>
                <a:cs typeface="Aptos"/>
              </a:defRPr>
            </a:pPr>
            <a:r>
              <a:rPr sz="1500" b="0" i="0">
                <a:solidFill>
                  <a:srgbClr val="172B3A"/>
                </a:solidFill>
                <a:latin typeface="Aptos"/>
                <a:ea typeface="Aptos"/>
                <a:cs typeface="Aptos"/>
              </a:rPr>
              <a:t>Demo dimulai dari proyek dan PDF, dilanjutkan analisis serta tinjauan bukti, lalu ekspor laporan. Hasil AI memerlukan pemeriksaan manusia.</a:t>
            </a:r>
          </a:p>
        </p:txBody>
      </p:sp>
      <p:sp>
        <p:nvSpPr>
          <p:cNvPr id="55" name="TextBox 54">
            <a:extLst xmlns:a="http://schemas.openxmlformats.org/drawingml/2006/main">
              <a:ext uri="{FF2B5EF4-FFF2-40B4-BE49-F238E27FC236}">
                <a16:creationId xmlns:a16="http://schemas.microsoft.com/office/drawing/2014/main" id="{240C4C2B-96C2-4992-918B-316ECF5D7628}"/>
              </a:ext>
            </a:extLst>
          </p:cNvPr>
          <p:cNvSpPr>
            <a:spLocks xmlns:a="http://schemas.openxmlformats.org/drawingml/2006/main" noGrp="1"/>
          </p:cNvSpPr>
          <p:nvPr/>
        </p:nvSpPr>
        <p:spPr>
          <a:xfrm xmlns:a="http://schemas.openxmlformats.org/drawingml/2006/main">
            <a:off x="713232" y="5924550"/>
            <a:ext cx="10881360" cy="166878"/>
          </a:xfrm>
          <a:prstGeom xmlns:a="http://schemas.openxmlformats.org/drawingml/2006/main" prst="rect">
            <a:avLst/>
          </a:prstGeom>
          <a:noFill xmlns:a="http://schemas.openxmlformats.org/drawingml/2006/main"/>
        </p:spPr>
        <p:txBody>
          <a:bodyPr xmlns:a="http://schemas.openxmlformats.org/drawingml/2006/main" wrap="square" lIns="18288" tIns="13716" rIns="18288" bIns="13716" anchor="ctr">
            <a:spAutoFit/>
          </a:bodyPr>
          <a:lstStyle xmlns:a="http://schemas.openxmlformats.org/drawingml/2006/main">
            <a:defPPr algn="l">
              <a:defRPr sz="915">
                <a:solidFill>
                  <a:srgbClr val="617586"/>
                </a:solidFill>
                <a:latin typeface="Aptos"/>
                <a:ea typeface="Aptos"/>
                <a:cs typeface="Aptos"/>
              </a:defRPr>
            </a:defPPr>
            <a:lvl1pPr algn="l">
              <a:buNone/>
              <a:defRPr sz="915">
                <a:solidFill>
                  <a:srgbClr val="617586"/>
                </a:solidFill>
                <a:latin typeface="Aptos"/>
                <a:ea typeface="Aptos"/>
                <a:cs typeface="Aptos"/>
              </a:defRPr>
            </a:lvl1pPr>
            <a:lvl2pPr algn="l">
              <a:buNone/>
              <a:defRPr sz="915">
                <a:solidFill>
                  <a:srgbClr val="617586"/>
                </a:solidFill>
                <a:latin typeface="Aptos"/>
                <a:ea typeface="Aptos"/>
                <a:cs typeface="Aptos"/>
              </a:defRPr>
            </a:lvl2pPr>
            <a:lvl3pPr algn="l">
              <a:buNone/>
              <a:defRPr sz="915">
                <a:solidFill>
                  <a:srgbClr val="617586"/>
                </a:solidFill>
                <a:latin typeface="Aptos"/>
                <a:ea typeface="Aptos"/>
                <a:cs typeface="Aptos"/>
              </a:defRPr>
            </a:lvl3pPr>
            <a:lvl4pPr algn="l">
              <a:buNone/>
              <a:defRPr sz="915">
                <a:solidFill>
                  <a:srgbClr val="617586"/>
                </a:solidFill>
                <a:latin typeface="Aptos"/>
                <a:ea typeface="Aptos"/>
                <a:cs typeface="Aptos"/>
              </a:defRPr>
            </a:lvl4pPr>
            <a:lvl5pPr algn="l">
              <a:buNone/>
              <a:defRPr sz="915">
                <a:solidFill>
                  <a:srgbClr val="617586"/>
                </a:solidFill>
                <a:latin typeface="Aptos"/>
                <a:ea typeface="Aptos"/>
                <a:cs typeface="Aptos"/>
              </a:defRPr>
            </a:lvl5pPr>
            <a:lvl6pPr algn="l">
              <a:buNone/>
              <a:defRPr sz="915">
                <a:solidFill>
                  <a:srgbClr val="617586"/>
                </a:solidFill>
                <a:latin typeface="Aptos"/>
                <a:ea typeface="Aptos"/>
                <a:cs typeface="Aptos"/>
              </a:defRPr>
            </a:lvl6pPr>
            <a:lvl7pPr algn="l">
              <a:buNone/>
              <a:defRPr sz="915">
                <a:solidFill>
                  <a:srgbClr val="617586"/>
                </a:solidFill>
                <a:latin typeface="Aptos"/>
                <a:ea typeface="Aptos"/>
                <a:cs typeface="Aptos"/>
              </a:defRPr>
            </a:lvl7pPr>
            <a:lvl8pPr algn="l">
              <a:buNone/>
              <a:defRPr sz="915">
                <a:solidFill>
                  <a:srgbClr val="617586"/>
                </a:solidFill>
                <a:latin typeface="Aptos"/>
                <a:ea typeface="Aptos"/>
                <a:cs typeface="Aptos"/>
              </a:defRPr>
            </a:lvl8pPr>
            <a:lvl9pPr algn="l">
              <a:buNone/>
              <a:defRPr sz="915">
                <a:solidFill>
                  <a:srgbClr val="617586"/>
                </a:solidFill>
                <a:latin typeface="Aptos"/>
                <a:ea typeface="Aptos"/>
                <a:cs typeface="Aptos"/>
              </a:defRPr>
            </a:lvl9pPr>
          </a:lstStyle>
          <a:p xmlns:a="http://schemas.openxmlformats.org/drawingml/2006/main">
            <a:pPr algn="l">
              <a:spcBef>
                <a:spcPts val="0"/>
              </a:spcBef>
              <a:spcAft>
                <a:spcPts val="0"/>
              </a:spcAft>
              <a:buNone/>
              <a:defRPr sz="915">
                <a:solidFill>
                  <a:srgbClr val="617586"/>
                </a:solidFill>
                <a:latin typeface="Aptos"/>
                <a:ea typeface="Aptos"/>
                <a:cs typeface="Aptos"/>
              </a:defRPr>
            </a:pPr>
            <a:r>
              <a:rPr sz="915" b="0" i="0">
                <a:solidFill>
                  <a:srgbClr val="617586"/>
                </a:solidFill>
                <a:latin typeface="Aptos"/>
                <a:ea typeface="Aptos"/>
                <a:cs typeface="Aptos"/>
              </a:rPr>
              <a:t>README memuat konfigurasi dan startup Docker. Penggantian model embedding memerlukan indeks ulang. OCR dan evaluasi ahli belum tersedia.</a:t>
            </a:r>
          </a:p>
        </p:txBody>
      </p:sp>
      <p:sp>
        <p:nvSpPr>
          <p:cNvPr id="56" name="Connector 55">
            <a:extLst xmlns:a="http://schemas.openxmlformats.org/drawingml/2006/main">
              <a:ext uri="{FF2B5EF4-FFF2-40B4-BE49-F238E27FC236}">
                <a16:creationId xmlns:a16="http://schemas.microsoft.com/office/drawing/2014/main" id="{077AC9AE-2B1E-49BE-B634-8A3EC16B6F52}"/>
              </a:ext>
            </a:extLst>
          </p:cNvPr>
          <p:cNvSpPr>
            <a:spLocks xmlns:a="http://schemas.openxmlformats.org/drawingml/2006/main" noGrp="1"/>
          </p:cNvSpPr>
          <p:nvPr/>
        </p:nvSpPr>
        <p:spPr>
          <a:xfrm xmlns:a="http://schemas.openxmlformats.org/drawingml/2006/main">
            <a:off x="658368" y="6419088"/>
            <a:ext cx="10881360" cy="0"/>
          </a:xfrm>
          <a:prstGeom xmlns:a="http://schemas.openxmlformats.org/drawingml/2006/main" prst="line">
            <a:avLst/>
          </a:prstGeom>
          <a:ln xmlns:a="http://schemas.openxmlformats.org/drawingml/2006/main" w="8890">
            <a:solidFill>
              <a:srgbClr val="DCE5EB"/>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7" name="TextBox 56">
            <a:extLst xmlns:a="http://schemas.openxmlformats.org/drawingml/2006/main">
              <a:ext uri="{FF2B5EF4-FFF2-40B4-BE49-F238E27FC236}">
                <a16:creationId xmlns:a16="http://schemas.microsoft.com/office/drawing/2014/main" id="{C7BA3FA8-958B-4774-9A86-93CD877E7D3E}"/>
              </a:ext>
            </a:extLst>
          </p:cNvPr>
          <p:cNvSpPr>
            <a:spLocks xmlns:a="http://schemas.openxmlformats.org/drawingml/2006/main" noGrp="1"/>
          </p:cNvSpPr>
          <p:nvPr/>
        </p:nvSpPr>
        <p:spPr>
          <a:xfrm xmlns:a="http://schemas.openxmlformats.org/drawingml/2006/main">
            <a:off x="685800" y="6473952"/>
            <a:ext cx="6217920" cy="153162"/>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defPPr algn="l">
              <a:defRPr sz="825" b="1">
                <a:solidFill>
                  <a:srgbClr val="617586"/>
                </a:solidFill>
                <a:latin typeface="Aptos"/>
                <a:ea typeface="Aptos"/>
                <a:cs typeface="Aptos"/>
              </a:defRPr>
            </a:defPPr>
            <a:lvl1pPr algn="l">
              <a:buNone/>
              <a:defRPr sz="825" b="1">
                <a:solidFill>
                  <a:srgbClr val="617586"/>
                </a:solidFill>
                <a:latin typeface="Aptos"/>
                <a:ea typeface="Aptos"/>
                <a:cs typeface="Aptos"/>
              </a:defRPr>
            </a:lvl1pPr>
            <a:lvl2pPr algn="l">
              <a:buNone/>
              <a:defRPr sz="825" b="1">
                <a:solidFill>
                  <a:srgbClr val="617586"/>
                </a:solidFill>
                <a:latin typeface="Aptos"/>
                <a:ea typeface="Aptos"/>
                <a:cs typeface="Aptos"/>
              </a:defRPr>
            </a:lvl2pPr>
            <a:lvl3pPr algn="l">
              <a:buNone/>
              <a:defRPr sz="825" b="1">
                <a:solidFill>
                  <a:srgbClr val="617586"/>
                </a:solidFill>
                <a:latin typeface="Aptos"/>
                <a:ea typeface="Aptos"/>
                <a:cs typeface="Aptos"/>
              </a:defRPr>
            </a:lvl3pPr>
            <a:lvl4pPr algn="l">
              <a:buNone/>
              <a:defRPr sz="825" b="1">
                <a:solidFill>
                  <a:srgbClr val="617586"/>
                </a:solidFill>
                <a:latin typeface="Aptos"/>
                <a:ea typeface="Aptos"/>
                <a:cs typeface="Aptos"/>
              </a:defRPr>
            </a:lvl4pPr>
            <a:lvl5pPr algn="l">
              <a:buNone/>
              <a:defRPr sz="825" b="1">
                <a:solidFill>
                  <a:srgbClr val="617586"/>
                </a:solidFill>
                <a:latin typeface="Aptos"/>
                <a:ea typeface="Aptos"/>
                <a:cs typeface="Aptos"/>
              </a:defRPr>
            </a:lvl5pPr>
            <a:lvl6pPr algn="l">
              <a:buNone/>
              <a:defRPr sz="825" b="1">
                <a:solidFill>
                  <a:srgbClr val="617586"/>
                </a:solidFill>
                <a:latin typeface="Aptos"/>
                <a:ea typeface="Aptos"/>
                <a:cs typeface="Aptos"/>
              </a:defRPr>
            </a:lvl6pPr>
            <a:lvl7pPr algn="l">
              <a:buNone/>
              <a:defRPr sz="825" b="1">
                <a:solidFill>
                  <a:srgbClr val="617586"/>
                </a:solidFill>
                <a:latin typeface="Aptos"/>
                <a:ea typeface="Aptos"/>
                <a:cs typeface="Aptos"/>
              </a:defRPr>
            </a:lvl7pPr>
            <a:lvl8pPr algn="l">
              <a:buNone/>
              <a:defRPr sz="825" b="1">
                <a:solidFill>
                  <a:srgbClr val="617586"/>
                </a:solidFill>
                <a:latin typeface="Aptos"/>
                <a:ea typeface="Aptos"/>
                <a:cs typeface="Aptos"/>
              </a:defRPr>
            </a:lvl8pPr>
            <a:lvl9pPr algn="l">
              <a:buNone/>
              <a:defRPr sz="825" b="1">
                <a:solidFill>
                  <a:srgbClr val="617586"/>
                </a:solidFill>
                <a:latin typeface="Aptos"/>
                <a:ea typeface="Aptos"/>
                <a:cs typeface="Aptos"/>
              </a:defRPr>
            </a:lvl9pPr>
          </a:lstStyle>
          <a:p xmlns:a="http://schemas.openxmlformats.org/drawingml/2006/main">
            <a:pPr algn="l">
              <a:spcBef>
                <a:spcPts val="0"/>
              </a:spcBef>
              <a:spcAft>
                <a:spcPts val="0"/>
              </a:spcAft>
              <a:buNone/>
              <a:defRPr sz="825" b="1">
                <a:solidFill>
                  <a:srgbClr val="617586"/>
                </a:solidFill>
                <a:latin typeface="Aptos"/>
                <a:ea typeface="Aptos"/>
                <a:cs typeface="Aptos"/>
              </a:defRPr>
            </a:pPr>
            <a:r>
              <a:rPr sz="825" b="1" i="0">
                <a:solidFill>
                  <a:srgbClr val="617586"/>
                </a:solidFill>
                <a:latin typeface="Aptos"/>
                <a:ea typeface="Aptos"/>
                <a:cs typeface="Aptos"/>
              </a:rPr>
              <a:t>RESEARCHMATE AI  /  RISET BERBASIS SUMBER</a:t>
            </a:r>
          </a:p>
        </p:txBody>
      </p:sp>
      <p:sp>
        <p:nvSpPr>
          <p:cNvPr id="58" name="TextBox 57">
            <a:extLst xmlns:a="http://schemas.openxmlformats.org/drawingml/2006/main">
              <a:ext uri="{FF2B5EF4-FFF2-40B4-BE49-F238E27FC236}">
                <a16:creationId xmlns:a16="http://schemas.microsoft.com/office/drawing/2014/main" id="{877558F9-6F98-4550-92FF-308A25C0FD8D}"/>
              </a:ext>
            </a:extLst>
          </p:cNvPr>
          <p:cNvSpPr>
            <a:spLocks xmlns:a="http://schemas.openxmlformats.org/drawingml/2006/main" noGrp="1"/>
          </p:cNvSpPr>
          <p:nvPr/>
        </p:nvSpPr>
        <p:spPr>
          <a:xfrm xmlns:a="http://schemas.openxmlformats.org/drawingml/2006/main">
            <a:off x="10378440" y="6473952"/>
            <a:ext cx="1143000" cy="182880"/>
          </a:xfrm>
          <a:prstGeom xmlns:a="http://schemas.openxmlformats.org/drawingml/2006/main" prst="rect">
            <a:avLst/>
          </a:prstGeom>
          <a:noFill xmlns:a="http://schemas.openxmlformats.org/drawingml/2006/main"/>
        </p:spPr>
        <p:txBody>
          <a:bodyPr xmlns:a="http://schemas.openxmlformats.org/drawingml/2006/main" wrap="square" lIns="9144" tIns="13716" rIns="9144" bIns="13716" anchor="ctr">
            <a:spAutoFit/>
          </a:bodyPr>
          <a:lstStyle xmlns:a="http://schemas.openxmlformats.org/drawingml/2006/main"/>
          <a:p xmlns:a="http://schemas.openxmlformats.org/drawingml/2006/main">
            <a:pPr algn="r">
              <a:spcBef>
                <a:spcPts val="0"/>
              </a:spcBef>
              <a:spcAft>
                <a:spcPts val="0"/>
              </a:spcAft>
              <a:buNone/>
            </a:pPr>
            <a:r>
              <a:rPr sz="800" b="1" i="0">
                <a:solidFill>
                  <a:srgbClr val="617586"/>
                </a:solidFill>
                <a:latin typeface="Aptos"/>
                <a:ea typeface="Aptos"/>
                <a:cs typeface="Aptos"/>
              </a:rPr>
              <a:t>15 / 15</a:t>
            </a:r>
          </a:p>
        </p:txBody>
      </p:sp>
      <p:sp>
        <p:nvSpPr>
          <p:cNvPr id="59" name="Docker Compose: app, worker antrean, PostgreSQL, dan Qdrant. Berkas me">
            <a:extLst xmlns:a="http://schemas.openxmlformats.org/drawingml/2006/main">
              <a:ext uri="{FF2B5EF4-FFF2-40B4-BE49-F238E27FC236}">
                <a16:creationId xmlns:a16="http://schemas.microsoft.com/office/drawing/2014/main" id="{B69B9B87-538F-4572-9122-CDC86EC6A3A7}"/>
              </a:ext>
            </a:extLst>
          </p:cNvPr>
          <p:cNvSpPr>
            <a:spLocks xmlns:a="http://schemas.openxmlformats.org/drawingml/2006/main" noGrp="1"/>
          </p:cNvSpPr>
          <p:nvPr/>
        </p:nvSpPr>
        <p:spPr>
          <a:xfrm xmlns:a="http://schemas.openxmlformats.org/drawingml/2006/main">
            <a:off x="838200" y="4781550"/>
            <a:ext cx="1057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200" b="0">
                <a:solidFill>
                  <a:srgbClr val="617586"/>
                </a:solidFill>
                <a:latin typeface="Aptos"/>
                <a:ea typeface="Aptos"/>
                <a:cs typeface="Aptos"/>
              </a:defRPr>
            </a:defPPr>
            <a:lvl1pPr algn="l">
              <a:defRPr sz="1200" b="0">
                <a:solidFill>
                  <a:srgbClr val="617586"/>
                </a:solidFill>
                <a:latin typeface="Aptos"/>
                <a:ea typeface="Aptos"/>
                <a:cs typeface="Aptos"/>
              </a:defRPr>
            </a:lvl1pPr>
            <a:lvl2pPr algn="l">
              <a:defRPr sz="1200" b="0">
                <a:solidFill>
                  <a:srgbClr val="617586"/>
                </a:solidFill>
                <a:latin typeface="Aptos"/>
                <a:ea typeface="Aptos"/>
                <a:cs typeface="Aptos"/>
              </a:defRPr>
            </a:lvl2pPr>
            <a:lvl3pPr algn="l">
              <a:defRPr sz="1200" b="0">
                <a:solidFill>
                  <a:srgbClr val="617586"/>
                </a:solidFill>
                <a:latin typeface="Aptos"/>
                <a:ea typeface="Aptos"/>
                <a:cs typeface="Aptos"/>
              </a:defRPr>
            </a:lvl3pPr>
            <a:lvl4pPr algn="l">
              <a:defRPr sz="1200" b="0">
                <a:solidFill>
                  <a:srgbClr val="617586"/>
                </a:solidFill>
                <a:latin typeface="Aptos"/>
                <a:ea typeface="Aptos"/>
                <a:cs typeface="Aptos"/>
              </a:defRPr>
            </a:lvl4pPr>
            <a:lvl5pPr algn="l">
              <a:defRPr sz="1200" b="0">
                <a:solidFill>
                  <a:srgbClr val="617586"/>
                </a:solidFill>
                <a:latin typeface="Aptos"/>
                <a:ea typeface="Aptos"/>
                <a:cs typeface="Aptos"/>
              </a:defRPr>
            </a:lvl5pPr>
            <a:lvl6pPr algn="l">
              <a:defRPr sz="1200" b="0">
                <a:solidFill>
                  <a:srgbClr val="617586"/>
                </a:solidFill>
                <a:latin typeface="Aptos"/>
                <a:ea typeface="Aptos"/>
                <a:cs typeface="Aptos"/>
              </a:defRPr>
            </a:lvl6pPr>
            <a:lvl7pPr algn="l">
              <a:defRPr sz="1200" b="0">
                <a:solidFill>
                  <a:srgbClr val="617586"/>
                </a:solidFill>
                <a:latin typeface="Aptos"/>
                <a:ea typeface="Aptos"/>
                <a:cs typeface="Aptos"/>
              </a:defRPr>
            </a:lvl7pPr>
            <a:lvl8pPr algn="l">
              <a:defRPr sz="1200" b="0">
                <a:solidFill>
                  <a:srgbClr val="617586"/>
                </a:solidFill>
                <a:latin typeface="Aptos"/>
                <a:ea typeface="Aptos"/>
                <a:cs typeface="Aptos"/>
              </a:defRPr>
            </a:lvl8pPr>
            <a:lvl9pPr algn="l">
              <a:defRPr sz="1200" b="0">
                <a:solidFill>
                  <a:srgbClr val="617586"/>
                </a:solidFill>
                <a:latin typeface="Aptos"/>
                <a:ea typeface="Aptos"/>
                <a:cs typeface="Aptos"/>
              </a:defRPr>
            </a:lvl9pPr>
          </a:lstStyle>
          <a:p xmlns:a="http://schemas.openxmlformats.org/drawingml/2006/main">
            <a:pPr algn="l">
              <a:defRPr sz="1200" b="0">
                <a:solidFill>
                  <a:srgbClr val="617586"/>
                </a:solidFill>
                <a:latin typeface="Aptos"/>
                <a:ea typeface="Aptos"/>
                <a:cs typeface="Aptos"/>
              </a:defRPr>
            </a:pPr>
            <a:r>
              <a:rPr sz="1200" b="0">
                <a:solidFill>
                  <a:srgbClr val="617586"/>
                </a:solidFill>
                <a:latin typeface="Aptos"/>
                <a:ea typeface="Aptos"/>
                <a:cs typeface="Aptos"/>
              </a:rPr>
              <a:t>Docker Compose: app, worker antrean, PostgreSQL, dan Qdrant. Berkas memakai volume privat.</a:t>
            </a:r>
          </a:p>
        </p:txBody>
      </p:sp>
    </p:spTree>
    <p:extLst>
      <p:ext uri="{BB962C8B-B14F-4D97-AF65-F5344CB8AC3E}">
        <p14:creationId xmlns:p14="http://schemas.microsoft.com/office/powerpoint/2010/main" val="77134472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
          <a:effectLst>
            <a:outerShdw blurRad="47625" dist="19050" dir="5400000">
              <a:srgbClr val="102A43">
                <a:alpha val="1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2026-10-17T15:15:12.3450000Z</dcterms:created>
  <dcterms:modified xsi:type="dcterms:W3CDTF">2026-10-17T15:15:12.3450000Z</dcterms:modified>
</coreProperties>
</file>